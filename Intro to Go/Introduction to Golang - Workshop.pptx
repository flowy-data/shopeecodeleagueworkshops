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11.fntdata" ContentType="application/x-fontdata"/>
  <Override PartName="/ppt/fonts/font12.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sldIdLst>
    <p:sldId id="307"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8" r:id="rId53"/>
    <p:sldId id="305" r:id="rId54"/>
    <p:sldId id="306" r:id="rId55"/>
  </p:sldIdLst>
  <p:sldSz cx="9144000" cy="5143500"/>
  <p:notesSz cx="6858000" cy="9144000"/>
  <p:embeddedFontLst>
    <p:embeddedFont>
      <p:font typeface="Calibri" panose="020F0502020204030204"/>
      <p:regular r:id="rId59"/>
      <p:bold r:id="rId60"/>
      <p:italic r:id="rId61"/>
      <p:boldItalic r:id="rId62"/>
    </p:embeddedFont>
    <p:embeddedFont>
      <p:font typeface="Roboto" panose="02000000000000000000"/>
      <p:regular r:id="rId63"/>
    </p:embeddedFont>
    <p:embeddedFont>
      <p:font typeface="IBM Plex Sans Light" panose="020B0503050203000203"/>
      <p:regular r:id="rId64"/>
    </p:embeddedFont>
    <p:embeddedFont>
      <p:font typeface="Quicksand"/>
      <p:regular r:id="rId65"/>
      <p:bold r:id="rId66"/>
    </p:embeddedFont>
    <p:embeddedFont>
      <p:font typeface="Lato" panose="020F0502020204030203"/>
      <p:regular r:id="rId67"/>
      <p:bold r:id="rId68"/>
      <p:italic r:id="rId69"/>
      <p:boldItalic r:id="rId7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p:cViewPr varScale="1">
        <p:scale>
          <a:sx n="100" d="100"/>
          <a:sy n="100" d="100"/>
        </p:scale>
        <p:origin x="0" y="0"/>
      </p:cViewPr>
      <p:guideLst>
        <p:guide orient="horz" pos="162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0" Type="http://schemas.openxmlformats.org/officeDocument/2006/relationships/font" Target="fonts/font12.fntdata"/><Relationship Id="rId7" Type="http://schemas.openxmlformats.org/officeDocument/2006/relationships/slide" Target="slides/slide4.xml"/><Relationship Id="rId69" Type="http://schemas.openxmlformats.org/officeDocument/2006/relationships/font" Target="fonts/font11.fntdata"/><Relationship Id="rId68" Type="http://schemas.openxmlformats.org/officeDocument/2006/relationships/font" Target="fonts/font10.fntdata"/><Relationship Id="rId67" Type="http://schemas.openxmlformats.org/officeDocument/2006/relationships/font" Target="fonts/font9.fntdata"/><Relationship Id="rId66" Type="http://schemas.openxmlformats.org/officeDocument/2006/relationships/font" Target="fonts/font8.fntdata"/><Relationship Id="rId65" Type="http://schemas.openxmlformats.org/officeDocument/2006/relationships/font" Target="fonts/font7.fntdata"/><Relationship Id="rId64" Type="http://schemas.openxmlformats.org/officeDocument/2006/relationships/font" Target="fonts/font6.fntdata"/><Relationship Id="rId63" Type="http://schemas.openxmlformats.org/officeDocument/2006/relationships/font" Target="fonts/font5.fntdata"/><Relationship Id="rId62" Type="http://schemas.openxmlformats.org/officeDocument/2006/relationships/font" Target="fonts/font4.fntdata"/><Relationship Id="rId61" Type="http://schemas.openxmlformats.org/officeDocument/2006/relationships/font" Target="fonts/font3.fntdata"/><Relationship Id="rId60" Type="http://schemas.openxmlformats.org/officeDocument/2006/relationships/font" Target="fonts/font2.fntdata"/><Relationship Id="rId6" Type="http://schemas.openxmlformats.org/officeDocument/2006/relationships/slide" Target="slides/slide3.xml"/><Relationship Id="rId59" Type="http://schemas.openxmlformats.org/officeDocument/2006/relationships/font" Target="fonts/font1.fntdata"/><Relationship Id="rId58" Type="http://schemas.openxmlformats.org/officeDocument/2006/relationships/tableStyles" Target="tableStyles.xml"/><Relationship Id="rId57" Type="http://schemas.openxmlformats.org/officeDocument/2006/relationships/viewProps" Target="viewProps.xml"/><Relationship Id="rId56" Type="http://schemas.openxmlformats.org/officeDocument/2006/relationships/presProps" Target="presProps.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2" name="Shape 2"/>
        <p:cNvGrpSpPr/>
        <p:nvPr/>
      </p:nvGrpSpPr>
      <p:grpSpPr>
        <a:xfrm>
          <a:off x="0" y="0"/>
          <a:ext cx="0" cy="0"/>
          <a:chOff x="0" y="0"/>
          <a:chExt cx="0" cy="0"/>
        </a:xfrm>
      </p:grpSpPr>
      <p:sp>
        <p:nvSpPr>
          <p:cNvPr id="3" name="Google Shape;3;n"/>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74" name="Shape 74"/>
        <p:cNvGrpSpPr/>
        <p:nvPr/>
      </p:nvGrpSpPr>
      <p:grpSpPr>
        <a:xfrm>
          <a:off x="0" y="0"/>
          <a:ext cx="0" cy="0"/>
          <a:chOff x="0" y="0"/>
          <a:chExt cx="0" cy="0"/>
        </a:xfrm>
      </p:grpSpPr>
      <p:sp>
        <p:nvSpPr>
          <p:cNvPr id="75" name="Google Shape;75;g8a70ef98da_0_8: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76" name="Google Shape;76;g8a70ef98da_0_8:notes"/>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84" name="Shape 84"/>
        <p:cNvGrpSpPr/>
        <p:nvPr/>
      </p:nvGrpSpPr>
      <p:grpSpPr>
        <a:xfrm>
          <a:off x="0" y="0"/>
          <a:ext cx="0" cy="0"/>
          <a:chOff x="0" y="0"/>
          <a:chExt cx="0" cy="0"/>
        </a:xfrm>
      </p:grpSpPr>
      <p:sp>
        <p:nvSpPr>
          <p:cNvPr id="85" name="Google Shape;85;g8a4839f5c1_3_0: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86" name="Google Shape;86;g8a4839f5c1_3_0: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93" name="Shape 93"/>
        <p:cNvGrpSpPr/>
        <p:nvPr/>
      </p:nvGrpSpPr>
      <p:grpSpPr>
        <a:xfrm>
          <a:off x="0" y="0"/>
          <a:ext cx="0" cy="0"/>
          <a:chOff x="0" y="0"/>
          <a:chExt cx="0" cy="0"/>
        </a:xfrm>
      </p:grpSpPr>
      <p:sp>
        <p:nvSpPr>
          <p:cNvPr id="94" name="Google Shape;94;g8a7a847fbb_0_18: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95" name="Google Shape;95;g8a7a847fbb_0_18:notes"/>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3" name="Shape 103"/>
        <p:cNvGrpSpPr/>
        <p:nvPr/>
      </p:nvGrpSpPr>
      <p:grpSpPr>
        <a:xfrm>
          <a:off x="0" y="0"/>
          <a:ext cx="0" cy="0"/>
          <a:chOff x="0" y="0"/>
          <a:chExt cx="0" cy="0"/>
        </a:xfrm>
      </p:grpSpPr>
      <p:sp>
        <p:nvSpPr>
          <p:cNvPr id="104" name="Google Shape;104;g8a7a847fbb_0_178:notes"/>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5" name="Google Shape;105;g8a7a847fbb_0_178: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7" name="Shape 127"/>
        <p:cNvGrpSpPr/>
        <p:nvPr/>
      </p:nvGrpSpPr>
      <p:grpSpPr>
        <a:xfrm>
          <a:off x="0" y="0"/>
          <a:ext cx="0" cy="0"/>
          <a:chOff x="0" y="0"/>
          <a:chExt cx="0" cy="0"/>
        </a:xfrm>
      </p:grpSpPr>
      <p:sp>
        <p:nvSpPr>
          <p:cNvPr id="128" name="Google Shape;128;g8a7a847fbb_0_517: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29" name="Google Shape;129;g8a7a847fbb_0_517:notes"/>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35" name="Shape 135"/>
        <p:cNvGrpSpPr/>
        <p:nvPr/>
      </p:nvGrpSpPr>
      <p:grpSpPr>
        <a:xfrm>
          <a:off x="0" y="0"/>
          <a:ext cx="0" cy="0"/>
          <a:chOff x="0" y="0"/>
          <a:chExt cx="0" cy="0"/>
        </a:xfrm>
      </p:grpSpPr>
      <p:sp>
        <p:nvSpPr>
          <p:cNvPr id="136" name="Google Shape;136;g8a70ef98da_0_20: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37" name="Google Shape;137;g8a70ef98da_0_20: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5" name="Shape 145"/>
        <p:cNvGrpSpPr/>
        <p:nvPr/>
      </p:nvGrpSpPr>
      <p:grpSpPr>
        <a:xfrm>
          <a:off x="0" y="0"/>
          <a:ext cx="0" cy="0"/>
          <a:chOff x="0" y="0"/>
          <a:chExt cx="0" cy="0"/>
        </a:xfrm>
      </p:grpSpPr>
      <p:sp>
        <p:nvSpPr>
          <p:cNvPr id="146" name="Google Shape;146;g8a4e42400c_0_63: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panose="020B0604020202020204"/>
              <a:buNone/>
            </a:pPr>
            <a:r>
              <a:rPr lang="en-US" sz="1200">
                <a:solidFill>
                  <a:schemeClr val="dk1"/>
                </a:solidFill>
              </a:rPr>
              <a:t>Go is a compiled, concurrent, garbage-collected, statically typed language developed at Google. It is an open source project: Google imports the public repository rather than the other way around.</a:t>
            </a:r>
            <a:endParaRPr sz="1200">
              <a:solidFill>
                <a:schemeClr val="dk1"/>
              </a:solidFill>
            </a:endParaRPr>
          </a:p>
          <a:p>
            <a:pPr marL="0" lvl="0" indent="0" algn="l" rtl="0">
              <a:spcBef>
                <a:spcPts val="0"/>
              </a:spcBef>
              <a:spcAft>
                <a:spcPts val="0"/>
              </a:spcAft>
              <a:buClr>
                <a:schemeClr val="dk1"/>
              </a:buClr>
              <a:buSzPts val="1100"/>
              <a:buFont typeface="Arial" panose="020B0604020202020204"/>
              <a:buNone/>
            </a:pPr>
            <a:endParaRPr sz="1200">
              <a:solidFill>
                <a:schemeClr val="dk1"/>
              </a:solidFill>
            </a:endParaRPr>
          </a:p>
          <a:p>
            <a:pPr marL="0" lvl="0" indent="0" algn="l" rtl="0">
              <a:spcBef>
                <a:spcPts val="0"/>
              </a:spcBef>
              <a:spcAft>
                <a:spcPts val="0"/>
              </a:spcAft>
              <a:buNone/>
            </a:pPr>
            <a:r>
              <a:rPr lang="en-US" sz="1200">
                <a:solidFill>
                  <a:schemeClr val="dk1"/>
                </a:solidFill>
              </a:rPr>
              <a:t>Go is efficient, scalable, and productive. It is simple and easy to get started with.</a:t>
            </a:r>
            <a:endParaRPr sz="1200">
              <a:solidFill>
                <a:schemeClr val="dk1"/>
              </a:solidFill>
            </a:endParaRPr>
          </a:p>
        </p:txBody>
      </p:sp>
      <p:sp>
        <p:nvSpPr>
          <p:cNvPr id="147" name="Google Shape;147;g8a4e42400c_0_63: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4" name="Shape 154"/>
        <p:cNvGrpSpPr/>
        <p:nvPr/>
      </p:nvGrpSpPr>
      <p:grpSpPr>
        <a:xfrm>
          <a:off x="0" y="0"/>
          <a:ext cx="0" cy="0"/>
          <a:chOff x="0" y="0"/>
          <a:chExt cx="0" cy="0"/>
        </a:xfrm>
      </p:grpSpPr>
      <p:sp>
        <p:nvSpPr>
          <p:cNvPr id="155" name="Google Shape;155;g8a4e42400c_0_373: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56" name="Google Shape;156;g8a4e42400c_0_373: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71" name="Shape 171"/>
        <p:cNvGrpSpPr/>
        <p:nvPr/>
      </p:nvGrpSpPr>
      <p:grpSpPr>
        <a:xfrm>
          <a:off x="0" y="0"/>
          <a:ext cx="0" cy="0"/>
          <a:chOff x="0" y="0"/>
          <a:chExt cx="0" cy="0"/>
        </a:xfrm>
      </p:grpSpPr>
      <p:sp>
        <p:nvSpPr>
          <p:cNvPr id="172" name="Google Shape;172;g8a8adda31e_0_323: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73" name="Google Shape;173;g8a8adda31e_0_323: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81" name="Shape 181"/>
        <p:cNvGrpSpPr/>
        <p:nvPr/>
      </p:nvGrpSpPr>
      <p:grpSpPr>
        <a:xfrm>
          <a:off x="0" y="0"/>
          <a:ext cx="0" cy="0"/>
          <a:chOff x="0" y="0"/>
          <a:chExt cx="0" cy="0"/>
        </a:xfrm>
      </p:grpSpPr>
      <p:sp>
        <p:nvSpPr>
          <p:cNvPr id="182" name="Google Shape;182;g8a4e42400c_0_357: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83" name="Google Shape;183;g8a4e42400c_0_357: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90" name="Shape 190"/>
        <p:cNvGrpSpPr/>
        <p:nvPr/>
      </p:nvGrpSpPr>
      <p:grpSpPr>
        <a:xfrm>
          <a:off x="0" y="0"/>
          <a:ext cx="0" cy="0"/>
          <a:chOff x="0" y="0"/>
          <a:chExt cx="0" cy="0"/>
        </a:xfrm>
      </p:grpSpPr>
      <p:sp>
        <p:nvSpPr>
          <p:cNvPr id="191" name="Google Shape;191;g8a4e42400c_0_365: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92" name="Google Shape;192;g8a4e42400c_0_365: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99" name="Shape 199"/>
        <p:cNvGrpSpPr/>
        <p:nvPr/>
      </p:nvGrpSpPr>
      <p:grpSpPr>
        <a:xfrm>
          <a:off x="0" y="0"/>
          <a:ext cx="0" cy="0"/>
          <a:chOff x="0" y="0"/>
          <a:chExt cx="0" cy="0"/>
        </a:xfrm>
      </p:grpSpPr>
      <p:sp>
        <p:nvSpPr>
          <p:cNvPr id="200" name="Google Shape;200;g8a4e42400c_0_392: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a:t>Check imports: auto import</a:t>
            </a:r>
            <a:endParaRPr lang="en-US"/>
          </a:p>
          <a:p>
            <a:pPr marL="0" lvl="0" indent="0" algn="l" rtl="0">
              <a:spcBef>
                <a:spcPts val="0"/>
              </a:spcBef>
              <a:spcAft>
                <a:spcPts val="0"/>
              </a:spcAft>
              <a:buNone/>
            </a:pPr>
            <a:r>
              <a:rPr lang="en-US"/>
              <a:t>Click format</a:t>
            </a:r>
            <a:endParaRPr lang="en-US"/>
          </a:p>
        </p:txBody>
      </p:sp>
      <p:sp>
        <p:nvSpPr>
          <p:cNvPr id="201" name="Google Shape;201;g8a4e42400c_0_392: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209" name="Shape 209"/>
        <p:cNvGrpSpPr/>
        <p:nvPr/>
      </p:nvGrpSpPr>
      <p:grpSpPr>
        <a:xfrm>
          <a:off x="0" y="0"/>
          <a:ext cx="0" cy="0"/>
          <a:chOff x="0" y="0"/>
          <a:chExt cx="0" cy="0"/>
        </a:xfrm>
      </p:grpSpPr>
      <p:sp>
        <p:nvSpPr>
          <p:cNvPr id="210" name="Google Shape;210;g8a8adda31e_0_306: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11" name="Google Shape;211;g8a8adda31e_0_306: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218" name="Shape 218"/>
        <p:cNvGrpSpPr/>
        <p:nvPr/>
      </p:nvGrpSpPr>
      <p:grpSpPr>
        <a:xfrm>
          <a:off x="0" y="0"/>
          <a:ext cx="0" cy="0"/>
          <a:chOff x="0" y="0"/>
          <a:chExt cx="0" cy="0"/>
        </a:xfrm>
      </p:grpSpPr>
      <p:sp>
        <p:nvSpPr>
          <p:cNvPr id="219" name="Google Shape;219;g8a4e42400c_0_511: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20" name="Google Shape;220;g8a4e42400c_0_511: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227" name="Shape 227"/>
        <p:cNvGrpSpPr/>
        <p:nvPr/>
      </p:nvGrpSpPr>
      <p:grpSpPr>
        <a:xfrm>
          <a:off x="0" y="0"/>
          <a:ext cx="0" cy="0"/>
          <a:chOff x="0" y="0"/>
          <a:chExt cx="0" cy="0"/>
        </a:xfrm>
      </p:grpSpPr>
      <p:sp>
        <p:nvSpPr>
          <p:cNvPr id="228" name="Google Shape;228;g8a4e42400c_0_92: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29" name="Google Shape;229;g8a4e42400c_0_92: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236" name="Shape 236"/>
        <p:cNvGrpSpPr/>
        <p:nvPr/>
      </p:nvGrpSpPr>
      <p:grpSpPr>
        <a:xfrm>
          <a:off x="0" y="0"/>
          <a:ext cx="0" cy="0"/>
          <a:chOff x="0" y="0"/>
          <a:chExt cx="0" cy="0"/>
        </a:xfrm>
      </p:grpSpPr>
      <p:sp>
        <p:nvSpPr>
          <p:cNvPr id="237" name="Google Shape;237;g8a4e42400c_0_102: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38" name="Google Shape;238;g8a4e42400c_0_102: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245" name="Shape 245"/>
        <p:cNvGrpSpPr/>
        <p:nvPr/>
      </p:nvGrpSpPr>
      <p:grpSpPr>
        <a:xfrm>
          <a:off x="0" y="0"/>
          <a:ext cx="0" cy="0"/>
          <a:chOff x="0" y="0"/>
          <a:chExt cx="0" cy="0"/>
        </a:xfrm>
      </p:grpSpPr>
      <p:sp>
        <p:nvSpPr>
          <p:cNvPr id="246" name="Google Shape;246;g8a4e42400c_0_112: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47" name="Google Shape;247;g8a4e42400c_0_112: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254" name="Shape 254"/>
        <p:cNvGrpSpPr/>
        <p:nvPr/>
      </p:nvGrpSpPr>
      <p:grpSpPr>
        <a:xfrm>
          <a:off x="0" y="0"/>
          <a:ext cx="0" cy="0"/>
          <a:chOff x="0" y="0"/>
          <a:chExt cx="0" cy="0"/>
        </a:xfrm>
      </p:grpSpPr>
      <p:sp>
        <p:nvSpPr>
          <p:cNvPr id="255" name="Google Shape;255;g8a4e42400c_0_121: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56" name="Google Shape;256;g8a4e42400c_0_121: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PhAnim="0" showMasterSp="0">
  <p:cSld>
    <p:spTree>
      <p:nvGrpSpPr>
        <p:cNvPr id="263" name="Shape 263"/>
        <p:cNvGrpSpPr/>
        <p:nvPr/>
      </p:nvGrpSpPr>
      <p:grpSpPr>
        <a:xfrm>
          <a:off x="0" y="0"/>
          <a:ext cx="0" cy="0"/>
          <a:chOff x="0" y="0"/>
          <a:chExt cx="0" cy="0"/>
        </a:xfrm>
      </p:grpSpPr>
      <p:sp>
        <p:nvSpPr>
          <p:cNvPr id="264" name="Google Shape;264;g8a4e42400c_0_436: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65" name="Google Shape;265;g8a4e42400c_0_436: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PhAnim="0" showMasterSp="0">
  <p:cSld>
    <p:spTree>
      <p:nvGrpSpPr>
        <p:cNvPr id="272" name="Shape 272"/>
        <p:cNvGrpSpPr/>
        <p:nvPr/>
      </p:nvGrpSpPr>
      <p:grpSpPr>
        <a:xfrm>
          <a:off x="0" y="0"/>
          <a:ext cx="0" cy="0"/>
          <a:chOff x="0" y="0"/>
          <a:chExt cx="0" cy="0"/>
        </a:xfrm>
      </p:grpSpPr>
      <p:sp>
        <p:nvSpPr>
          <p:cNvPr id="273" name="Google Shape;273;g8a4e42400c_0_130: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74" name="Google Shape;274;g8a4e42400c_0_130: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PhAnim="0" showMasterSp="0">
  <p:cSld>
    <p:spTree>
      <p:nvGrpSpPr>
        <p:cNvPr id="281" name="Shape 281"/>
        <p:cNvGrpSpPr/>
        <p:nvPr/>
      </p:nvGrpSpPr>
      <p:grpSpPr>
        <a:xfrm>
          <a:off x="0" y="0"/>
          <a:ext cx="0" cy="0"/>
          <a:chOff x="0" y="0"/>
          <a:chExt cx="0" cy="0"/>
        </a:xfrm>
      </p:grpSpPr>
      <p:sp>
        <p:nvSpPr>
          <p:cNvPr id="282" name="Google Shape;282;g8a4e42400c_0_139: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83" name="Google Shape;283;g8a4e42400c_0_139: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PhAnim="0" showMasterSp="0">
  <p:cSld>
    <p:spTree>
      <p:nvGrpSpPr>
        <p:cNvPr id="290" name="Shape 290"/>
        <p:cNvGrpSpPr/>
        <p:nvPr/>
      </p:nvGrpSpPr>
      <p:grpSpPr>
        <a:xfrm>
          <a:off x="0" y="0"/>
          <a:ext cx="0" cy="0"/>
          <a:chOff x="0" y="0"/>
          <a:chExt cx="0" cy="0"/>
        </a:xfrm>
      </p:grpSpPr>
      <p:sp>
        <p:nvSpPr>
          <p:cNvPr id="291" name="Google Shape;291;g8a4e42400c_0_150: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92" name="Google Shape;292;g8a4e42400c_0_150: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PhAnim="0" showMasterSp="0">
  <p:cSld>
    <p:spTree>
      <p:nvGrpSpPr>
        <p:cNvPr id="299" name="Shape 299"/>
        <p:cNvGrpSpPr/>
        <p:nvPr/>
      </p:nvGrpSpPr>
      <p:grpSpPr>
        <a:xfrm>
          <a:off x="0" y="0"/>
          <a:ext cx="0" cy="0"/>
          <a:chOff x="0" y="0"/>
          <a:chExt cx="0" cy="0"/>
        </a:xfrm>
      </p:grpSpPr>
      <p:sp>
        <p:nvSpPr>
          <p:cNvPr id="300" name="Google Shape;300;g8a4e42400c_0_162: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301" name="Google Shape;301;g8a4e42400c_0_162: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PhAnim="0" showMasterSp="0">
  <p:cSld>
    <p:spTree>
      <p:nvGrpSpPr>
        <p:cNvPr id="308" name="Shape 308"/>
        <p:cNvGrpSpPr/>
        <p:nvPr/>
      </p:nvGrpSpPr>
      <p:grpSpPr>
        <a:xfrm>
          <a:off x="0" y="0"/>
          <a:ext cx="0" cy="0"/>
          <a:chOff x="0" y="0"/>
          <a:chExt cx="0" cy="0"/>
        </a:xfrm>
      </p:grpSpPr>
      <p:sp>
        <p:nvSpPr>
          <p:cNvPr id="309" name="Google Shape;309;g8a4e42400c_0_460: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310" name="Google Shape;310;g8a4e42400c_0_460: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PhAnim="0" showMasterSp="0">
  <p:cSld>
    <p:spTree>
      <p:nvGrpSpPr>
        <p:cNvPr id="317" name="Shape 317"/>
        <p:cNvGrpSpPr/>
        <p:nvPr/>
      </p:nvGrpSpPr>
      <p:grpSpPr>
        <a:xfrm>
          <a:off x="0" y="0"/>
          <a:ext cx="0" cy="0"/>
          <a:chOff x="0" y="0"/>
          <a:chExt cx="0" cy="0"/>
        </a:xfrm>
      </p:grpSpPr>
      <p:sp>
        <p:nvSpPr>
          <p:cNvPr id="318" name="Google Shape;318;g8a4e42400c_0_188: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319" name="Google Shape;319;g8a4e42400c_0_188: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PhAnim="0" showMasterSp="0">
  <p:cSld>
    <p:spTree>
      <p:nvGrpSpPr>
        <p:cNvPr id="326" name="Shape 326"/>
        <p:cNvGrpSpPr/>
        <p:nvPr/>
      </p:nvGrpSpPr>
      <p:grpSpPr>
        <a:xfrm>
          <a:off x="0" y="0"/>
          <a:ext cx="0" cy="0"/>
          <a:chOff x="0" y="0"/>
          <a:chExt cx="0" cy="0"/>
        </a:xfrm>
      </p:grpSpPr>
      <p:sp>
        <p:nvSpPr>
          <p:cNvPr id="327" name="Google Shape;327;g8a4e42400c_0_196: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328" name="Google Shape;328;g8a4e42400c_0_196: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PhAnim="0" showMasterSp="0">
  <p:cSld>
    <p:spTree>
      <p:nvGrpSpPr>
        <p:cNvPr id="335" name="Shape 335"/>
        <p:cNvGrpSpPr/>
        <p:nvPr/>
      </p:nvGrpSpPr>
      <p:grpSpPr>
        <a:xfrm>
          <a:off x="0" y="0"/>
          <a:ext cx="0" cy="0"/>
          <a:chOff x="0" y="0"/>
          <a:chExt cx="0" cy="0"/>
        </a:xfrm>
      </p:grpSpPr>
      <p:sp>
        <p:nvSpPr>
          <p:cNvPr id="336" name="Google Shape;336;g8a4e42400c_0_208: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337" name="Google Shape;337;g8a4e42400c_0_208: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PhAnim="0" showMasterSp="0">
  <p:cSld>
    <p:spTree>
      <p:nvGrpSpPr>
        <p:cNvPr id="344" name="Shape 344"/>
        <p:cNvGrpSpPr/>
        <p:nvPr/>
      </p:nvGrpSpPr>
      <p:grpSpPr>
        <a:xfrm>
          <a:off x="0" y="0"/>
          <a:ext cx="0" cy="0"/>
          <a:chOff x="0" y="0"/>
          <a:chExt cx="0" cy="0"/>
        </a:xfrm>
      </p:grpSpPr>
      <p:sp>
        <p:nvSpPr>
          <p:cNvPr id="345" name="Google Shape;345;g8a4e42400c_0_217: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346" name="Google Shape;346;g8a4e42400c_0_217: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PhAnim="0" showMasterSp="0">
  <p:cSld>
    <p:spTree>
      <p:nvGrpSpPr>
        <p:cNvPr id="353" name="Shape 353"/>
        <p:cNvGrpSpPr/>
        <p:nvPr/>
      </p:nvGrpSpPr>
      <p:grpSpPr>
        <a:xfrm>
          <a:off x="0" y="0"/>
          <a:ext cx="0" cy="0"/>
          <a:chOff x="0" y="0"/>
          <a:chExt cx="0" cy="0"/>
        </a:xfrm>
      </p:grpSpPr>
      <p:sp>
        <p:nvSpPr>
          <p:cNvPr id="354" name="Google Shape;354;g8a4e42400c_0_444: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355" name="Google Shape;355;g8a4e42400c_0_444: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PhAnim="0" showMasterSp="0">
  <p:cSld>
    <p:spTree>
      <p:nvGrpSpPr>
        <p:cNvPr id="362" name="Shape 362"/>
        <p:cNvGrpSpPr/>
        <p:nvPr/>
      </p:nvGrpSpPr>
      <p:grpSpPr>
        <a:xfrm>
          <a:off x="0" y="0"/>
          <a:ext cx="0" cy="0"/>
          <a:chOff x="0" y="0"/>
          <a:chExt cx="0" cy="0"/>
        </a:xfrm>
      </p:grpSpPr>
      <p:sp>
        <p:nvSpPr>
          <p:cNvPr id="363" name="Google Shape;363;g8a4e42400c_0_227: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a:t>Keep things simple and see nil as null</a:t>
            </a:r>
            <a:endParaRPr lang="en-US"/>
          </a:p>
        </p:txBody>
      </p:sp>
      <p:sp>
        <p:nvSpPr>
          <p:cNvPr id="364" name="Google Shape;364;g8a4e42400c_0_227: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PhAnim="0" showMasterSp="0">
  <p:cSld>
    <p:spTree>
      <p:nvGrpSpPr>
        <p:cNvPr id="371" name="Shape 371"/>
        <p:cNvGrpSpPr/>
        <p:nvPr/>
      </p:nvGrpSpPr>
      <p:grpSpPr>
        <a:xfrm>
          <a:off x="0" y="0"/>
          <a:ext cx="0" cy="0"/>
          <a:chOff x="0" y="0"/>
          <a:chExt cx="0" cy="0"/>
        </a:xfrm>
      </p:grpSpPr>
      <p:sp>
        <p:nvSpPr>
          <p:cNvPr id="372" name="Google Shape;372;g8a4e42400c_0_244: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373" name="Google Shape;373;g8a4e42400c_0_244: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PhAnim="0" showMasterSp="0">
  <p:cSld>
    <p:spTree>
      <p:nvGrpSpPr>
        <p:cNvPr id="380" name="Shape 380"/>
        <p:cNvGrpSpPr/>
        <p:nvPr/>
      </p:nvGrpSpPr>
      <p:grpSpPr>
        <a:xfrm>
          <a:off x="0" y="0"/>
          <a:ext cx="0" cy="0"/>
          <a:chOff x="0" y="0"/>
          <a:chExt cx="0" cy="0"/>
        </a:xfrm>
      </p:grpSpPr>
      <p:sp>
        <p:nvSpPr>
          <p:cNvPr id="381" name="Google Shape;381;g8a4e42400c_0_253: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a:t>basic and aggregated types can’t be nil</a:t>
            </a:r>
            <a:endParaRPr lang="en-US"/>
          </a:p>
        </p:txBody>
      </p:sp>
      <p:sp>
        <p:nvSpPr>
          <p:cNvPr id="382" name="Google Shape;382;g8a4e42400c_0_253: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PhAnim="0" showMasterSp="0">
  <p:cSld>
    <p:spTree>
      <p:nvGrpSpPr>
        <p:cNvPr id="389" name="Shape 389"/>
        <p:cNvGrpSpPr/>
        <p:nvPr/>
      </p:nvGrpSpPr>
      <p:grpSpPr>
        <a:xfrm>
          <a:off x="0" y="0"/>
          <a:ext cx="0" cy="0"/>
          <a:chOff x="0" y="0"/>
          <a:chExt cx="0" cy="0"/>
        </a:xfrm>
      </p:grpSpPr>
      <p:sp>
        <p:nvSpPr>
          <p:cNvPr id="390" name="Google Shape;390;g8a4e42400c_0_261: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391" name="Google Shape;391;g8a4e42400c_0_261: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PhAnim="0" showMasterSp="0">
  <p:cSld>
    <p:spTree>
      <p:nvGrpSpPr>
        <p:cNvPr id="398" name="Shape 398"/>
        <p:cNvGrpSpPr/>
        <p:nvPr/>
      </p:nvGrpSpPr>
      <p:grpSpPr>
        <a:xfrm>
          <a:off x="0" y="0"/>
          <a:ext cx="0" cy="0"/>
          <a:chOff x="0" y="0"/>
          <a:chExt cx="0" cy="0"/>
        </a:xfrm>
      </p:grpSpPr>
      <p:sp>
        <p:nvSpPr>
          <p:cNvPr id="399" name="Google Shape;399;g8a4e42400c_0_269: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400" name="Google Shape;400;g8a4e42400c_0_269: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PhAnim="0" showMasterSp="0">
  <p:cSld>
    <p:spTree>
      <p:nvGrpSpPr>
        <p:cNvPr id="407" name="Shape 407"/>
        <p:cNvGrpSpPr/>
        <p:nvPr/>
      </p:nvGrpSpPr>
      <p:grpSpPr>
        <a:xfrm>
          <a:off x="0" y="0"/>
          <a:ext cx="0" cy="0"/>
          <a:chOff x="0" y="0"/>
          <a:chExt cx="0" cy="0"/>
        </a:xfrm>
      </p:grpSpPr>
      <p:sp>
        <p:nvSpPr>
          <p:cNvPr id="408" name="Google Shape;408;g8a4e42400c_0_277: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409" name="Google Shape;409;g8a4e42400c_0_277: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PhAnim="0" showMasterSp="0">
  <p:cSld>
    <p:spTree>
      <p:nvGrpSpPr>
        <p:cNvPr id="416" name="Shape 416"/>
        <p:cNvGrpSpPr/>
        <p:nvPr/>
      </p:nvGrpSpPr>
      <p:grpSpPr>
        <a:xfrm>
          <a:off x="0" y="0"/>
          <a:ext cx="0" cy="0"/>
          <a:chOff x="0" y="0"/>
          <a:chExt cx="0" cy="0"/>
        </a:xfrm>
      </p:grpSpPr>
      <p:sp>
        <p:nvSpPr>
          <p:cNvPr id="417" name="Google Shape;417;g8a4e42400c_0_285: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418" name="Google Shape;418;g8a4e42400c_0_285: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PhAnim="0" showMasterSp="0">
  <p:cSld>
    <p:spTree>
      <p:nvGrpSpPr>
        <p:cNvPr id="425" name="Shape 425"/>
        <p:cNvGrpSpPr/>
        <p:nvPr/>
      </p:nvGrpSpPr>
      <p:grpSpPr>
        <a:xfrm>
          <a:off x="0" y="0"/>
          <a:ext cx="0" cy="0"/>
          <a:chOff x="0" y="0"/>
          <a:chExt cx="0" cy="0"/>
        </a:xfrm>
      </p:grpSpPr>
      <p:sp>
        <p:nvSpPr>
          <p:cNvPr id="426" name="Google Shape;426;g8a4e42400c_0_401: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427" name="Google Shape;427;g8a4e42400c_0_401: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PhAnim="0" showMasterSp="0">
  <p:cSld>
    <p:spTree>
      <p:nvGrpSpPr>
        <p:cNvPr id="434" name="Shape 434"/>
        <p:cNvGrpSpPr/>
        <p:nvPr/>
      </p:nvGrpSpPr>
      <p:grpSpPr>
        <a:xfrm>
          <a:off x="0" y="0"/>
          <a:ext cx="0" cy="0"/>
          <a:chOff x="0" y="0"/>
          <a:chExt cx="0" cy="0"/>
        </a:xfrm>
      </p:grpSpPr>
      <p:sp>
        <p:nvSpPr>
          <p:cNvPr id="435" name="Google Shape;435;g8a4e42400c_0_294: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436" name="Google Shape;436;g8a4e42400c_0_294: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PhAnim="0" showMasterSp="0">
  <p:cSld>
    <p:spTree>
      <p:nvGrpSpPr>
        <p:cNvPr id="443" name="Shape 443"/>
        <p:cNvGrpSpPr/>
        <p:nvPr/>
      </p:nvGrpSpPr>
      <p:grpSpPr>
        <a:xfrm>
          <a:off x="0" y="0"/>
          <a:ext cx="0" cy="0"/>
          <a:chOff x="0" y="0"/>
          <a:chExt cx="0" cy="0"/>
        </a:xfrm>
      </p:grpSpPr>
      <p:sp>
        <p:nvSpPr>
          <p:cNvPr id="444" name="Google Shape;444;g8a4e42400c_0_303: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445" name="Google Shape;445;g8a4e42400c_0_303: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PhAnim="0" showMasterSp="0">
  <p:cSld>
    <p:spTree>
      <p:nvGrpSpPr>
        <p:cNvPr id="452" name="Shape 452"/>
        <p:cNvGrpSpPr/>
        <p:nvPr/>
      </p:nvGrpSpPr>
      <p:grpSpPr>
        <a:xfrm>
          <a:off x="0" y="0"/>
          <a:ext cx="0" cy="0"/>
          <a:chOff x="0" y="0"/>
          <a:chExt cx="0" cy="0"/>
        </a:xfrm>
      </p:grpSpPr>
      <p:sp>
        <p:nvSpPr>
          <p:cNvPr id="453" name="Google Shape;453;g8a4e42400c_0_412: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454" name="Google Shape;454;g8a4e42400c_0_412: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PhAnim="0" showMasterSp="0">
  <p:cSld>
    <p:spTree>
      <p:nvGrpSpPr>
        <p:cNvPr id="461" name="Shape 461"/>
        <p:cNvGrpSpPr/>
        <p:nvPr/>
      </p:nvGrpSpPr>
      <p:grpSpPr>
        <a:xfrm>
          <a:off x="0" y="0"/>
          <a:ext cx="0" cy="0"/>
          <a:chOff x="0" y="0"/>
          <a:chExt cx="0" cy="0"/>
        </a:xfrm>
      </p:grpSpPr>
      <p:sp>
        <p:nvSpPr>
          <p:cNvPr id="462" name="Google Shape;462;g8a4e42400c_0_312: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463" name="Google Shape;463;g8a4e42400c_0_312: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PhAnim="0" showMasterSp="0">
  <p:cSld>
    <p:spTree>
      <p:nvGrpSpPr>
        <p:cNvPr id="470" name="Shape 470"/>
        <p:cNvGrpSpPr/>
        <p:nvPr/>
      </p:nvGrpSpPr>
      <p:grpSpPr>
        <a:xfrm>
          <a:off x="0" y="0"/>
          <a:ext cx="0" cy="0"/>
          <a:chOff x="0" y="0"/>
          <a:chExt cx="0" cy="0"/>
        </a:xfrm>
      </p:grpSpPr>
      <p:sp>
        <p:nvSpPr>
          <p:cNvPr id="471" name="Google Shape;471;g8a4e42400c_0_420: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472" name="Google Shape;472;g8a4e42400c_0_420: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PhAnim="0" showMasterSp="0">
  <p:cSld>
    <p:spTree>
      <p:nvGrpSpPr>
        <p:cNvPr id="479" name="Shape 479"/>
        <p:cNvGrpSpPr/>
        <p:nvPr/>
      </p:nvGrpSpPr>
      <p:grpSpPr>
        <a:xfrm>
          <a:off x="0" y="0"/>
          <a:ext cx="0" cy="0"/>
          <a:chOff x="0" y="0"/>
          <a:chExt cx="0" cy="0"/>
        </a:xfrm>
      </p:grpSpPr>
      <p:sp>
        <p:nvSpPr>
          <p:cNvPr id="480" name="Google Shape;480;g8a4e42400c_0_325: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481" name="Google Shape;481;g8a4e42400c_0_325: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PhAnim="0" showMasterSp="0">
  <p:cSld>
    <p:spTree>
      <p:nvGrpSpPr>
        <p:cNvPr id="488" name="Shape 488"/>
        <p:cNvGrpSpPr/>
        <p:nvPr/>
      </p:nvGrpSpPr>
      <p:grpSpPr>
        <a:xfrm>
          <a:off x="0" y="0"/>
          <a:ext cx="0" cy="0"/>
          <a:chOff x="0" y="0"/>
          <a:chExt cx="0" cy="0"/>
        </a:xfrm>
      </p:grpSpPr>
      <p:sp>
        <p:nvSpPr>
          <p:cNvPr id="489" name="Google Shape;489;g8a4e42400c_0_334: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490" name="Google Shape;490;g8a4e42400c_0_334: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PhAnim="0" showMasterSp="0">
  <p:cSld>
    <p:spTree>
      <p:nvGrpSpPr>
        <p:cNvPr id="497" name="Shape 497"/>
        <p:cNvGrpSpPr/>
        <p:nvPr/>
      </p:nvGrpSpPr>
      <p:grpSpPr>
        <a:xfrm>
          <a:off x="0" y="0"/>
          <a:ext cx="0" cy="0"/>
          <a:chOff x="0" y="0"/>
          <a:chExt cx="0" cy="0"/>
        </a:xfrm>
      </p:grpSpPr>
      <p:sp>
        <p:nvSpPr>
          <p:cNvPr id="498" name="Google Shape;498;g8a4e42400c_0_343: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499" name="Google Shape;499;g8a4e42400c_0_343: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PhAnim="0" showMasterSp="0">
  <p:cSld>
    <p:spTree>
      <p:nvGrpSpPr>
        <p:cNvPr id="506" name="Shape 506"/>
        <p:cNvGrpSpPr/>
        <p:nvPr/>
      </p:nvGrpSpPr>
      <p:grpSpPr>
        <a:xfrm>
          <a:off x="0" y="0"/>
          <a:ext cx="0" cy="0"/>
          <a:chOff x="0" y="0"/>
          <a:chExt cx="0" cy="0"/>
        </a:xfrm>
      </p:grpSpPr>
      <p:sp>
        <p:nvSpPr>
          <p:cNvPr id="507" name="Google Shape;507;g8a4e42400c_0_428: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508" name="Google Shape;508;g8a4e42400c_0_428: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PhAnim="0" showMasterSp="0">
  <p:cSld>
    <p:spTree>
      <p:nvGrpSpPr>
        <p:cNvPr id="515" name="Shape 515"/>
        <p:cNvGrpSpPr/>
        <p:nvPr/>
      </p:nvGrpSpPr>
      <p:grpSpPr>
        <a:xfrm>
          <a:off x="0" y="0"/>
          <a:ext cx="0" cy="0"/>
          <a:chOff x="0" y="0"/>
          <a:chExt cx="0" cy="0"/>
        </a:xfrm>
      </p:grpSpPr>
      <p:sp>
        <p:nvSpPr>
          <p:cNvPr id="516" name="Google Shape;516;g8a4e42400c_0_477: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517" name="Google Shape;517;g8a4e42400c_0_477: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PhAnim="0" showMasterSp="0">
  <p:cSld>
    <p:spTree>
      <p:nvGrpSpPr>
        <p:cNvPr id="524" name="Shape 524"/>
        <p:cNvGrpSpPr/>
        <p:nvPr/>
      </p:nvGrpSpPr>
      <p:grpSpPr>
        <a:xfrm>
          <a:off x="0" y="0"/>
          <a:ext cx="0" cy="0"/>
          <a:chOff x="0" y="0"/>
          <a:chExt cx="0" cy="0"/>
        </a:xfrm>
      </p:grpSpPr>
      <p:sp>
        <p:nvSpPr>
          <p:cNvPr id="525" name="Google Shape;525;g8a0fbd5ca6_80_530: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526" name="Google Shape;526;g8a0fbd5ca6_80_530: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PhAnim="0" showMasterSp="0">
  <p:cSld>
    <p:spTree>
      <p:nvGrpSpPr>
        <p:cNvPr id="532" name="Shape 532"/>
        <p:cNvGrpSpPr/>
        <p:nvPr/>
      </p:nvGrpSpPr>
      <p:grpSpPr>
        <a:xfrm>
          <a:off x="0" y="0"/>
          <a:ext cx="0" cy="0"/>
          <a:chOff x="0" y="0"/>
          <a:chExt cx="0" cy="0"/>
        </a:xfrm>
      </p:grpSpPr>
      <p:sp>
        <p:nvSpPr>
          <p:cNvPr id="533" name="Google Shape;533;g8a4e42400c_0_468: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534" name="Google Shape;534;g8a4e42400c_0_468: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17" name="Shape 1117"/>
        <p:cNvGrpSpPr/>
        <p:nvPr/>
      </p:nvGrpSpPr>
      <p:grpSpPr>
        <a:xfrm>
          <a:off x="0" y="0"/>
          <a:ext cx="0" cy="0"/>
          <a:chOff x="0" y="0"/>
          <a:chExt cx="0" cy="0"/>
        </a:xfrm>
      </p:grpSpPr>
      <p:sp>
        <p:nvSpPr>
          <p:cNvPr id="1118" name="Google Shape;1118;g8a7a847fbb_0_358: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1119" name="Google Shape;1119;g8a7a847fbb_0_358:notes"/>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PhAnim="0" showMasterSp="0">
  <p:cSld>
    <p:spTree>
      <p:nvGrpSpPr>
        <p:cNvPr id="540" name="Shape 540"/>
        <p:cNvGrpSpPr/>
        <p:nvPr/>
      </p:nvGrpSpPr>
      <p:grpSpPr>
        <a:xfrm>
          <a:off x="0" y="0"/>
          <a:ext cx="0" cy="0"/>
          <a:chOff x="0" y="0"/>
          <a:chExt cx="0" cy="0"/>
        </a:xfrm>
      </p:grpSpPr>
      <p:sp>
        <p:nvSpPr>
          <p:cNvPr id="541" name="Google Shape;541;g8a8adda31e_0_525: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2" name="Google Shape;542;g8a8adda31e_0_52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PhAnim="0" showMasterSp="0">
  <p:cSld>
    <p:spTree>
      <p:nvGrpSpPr>
        <p:cNvPr id="554" name="Shape 554"/>
        <p:cNvGrpSpPr/>
        <p:nvPr/>
      </p:nvGrpSpPr>
      <p:grpSpPr>
        <a:xfrm>
          <a:off x="0" y="0"/>
          <a:ext cx="0" cy="0"/>
          <a:chOff x="0" y="0"/>
          <a:chExt cx="0" cy="0"/>
        </a:xfrm>
      </p:grpSpPr>
      <p:sp>
        <p:nvSpPr>
          <p:cNvPr id="555" name="Google Shape;555;g8a70ef98da_0_40: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556" name="Google Shape;556;g8a70ef98da_0_40: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5" Type="http://schemas.openxmlformats.org/officeDocument/2006/relationships/image" Target="../media/image4.png"/><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 matchingName="Title and body">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p:txBody>
      </p:sp>
      <p:sp>
        <p:nvSpPr>
          <p:cNvPr id="19" name="Google Shape;19;p4"/>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ColTx" matchingName="Title and two columns">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p:txBody>
      </p:sp>
      <p:sp>
        <p:nvSpPr>
          <p:cNvPr id="23" name="Google Shape;23;p5"/>
          <p:cNvSpPr txBox="1"/>
          <p:nvPr>
            <p:ph type="body" idx="2"/>
          </p:nvPr>
        </p:nvSpPr>
        <p:spPr>
          <a:xfrm>
            <a:off x="48324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p:txBody>
      </p:sp>
      <p:sp>
        <p:nvSpPr>
          <p:cNvPr id="24" name="Google Shape;24;p5"/>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p:txBody>
      </p:sp>
      <p:sp>
        <p:nvSpPr>
          <p:cNvPr id="31" name="Google Shape;31;p7"/>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 name="Google Shape;37;p9"/>
          <p:cNvSpPr txBox="1"/>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p:txBody>
      </p:sp>
      <p:sp>
        <p:nvSpPr>
          <p:cNvPr id="40" name="Google Shape;40;p9"/>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41" name="Shape 41"/>
        <p:cNvGrpSpPr/>
        <p:nvPr/>
      </p:nvGrpSpPr>
      <p:grpSpPr>
        <a:xfrm>
          <a:off x="0" y="0"/>
          <a:ext cx="0" cy="0"/>
          <a:chOff x="0" y="0"/>
          <a:chExt cx="0" cy="0"/>
        </a:xfrm>
      </p:grpSpPr>
      <p:sp>
        <p:nvSpPr>
          <p:cNvPr id="42" name="Google Shape;42;p10"/>
          <p:cNvSpPr txBox="1"/>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p:txBody>
      </p:sp>
      <p:sp>
        <p:nvSpPr>
          <p:cNvPr id="43" name="Google Shape;43;p10"/>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44" name="Shape 44"/>
        <p:cNvGrpSpPr/>
        <p:nvPr/>
      </p:nvGrpSpPr>
      <p:grpSpPr>
        <a:xfrm>
          <a:off x="0" y="0"/>
          <a:ext cx="0" cy="0"/>
          <a:chOff x="0" y="0"/>
          <a:chExt cx="0" cy="0"/>
        </a:xfrm>
      </p:grpSpPr>
      <p:sp>
        <p:nvSpPr>
          <p:cNvPr id="45" name="Google Shape;45;p11"/>
          <p:cNvSpPr txBox="1"/>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p:txBody>
      </p:sp>
      <p:sp>
        <p:nvSpPr>
          <p:cNvPr id="47" name="Google Shape;47;p11"/>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48" name="Shape 48"/>
        <p:cNvGrpSpPr/>
        <p:nvPr/>
      </p:nvGrpSpPr>
      <p:grpSpPr>
        <a:xfrm>
          <a:off x="0" y="0"/>
          <a:ext cx="0" cy="0"/>
          <a:chOff x="0" y="0"/>
          <a:chExt cx="0" cy="0"/>
        </a:xfrm>
      </p:grpSpPr>
      <p:sp>
        <p:nvSpPr>
          <p:cNvPr id="49" name="Google Shape;49;p12"/>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2_Title Only">
  <p:cSld name="2_Title Only">
    <p:spTree>
      <p:nvGrpSpPr>
        <p:cNvPr id="50" name="Shape 50"/>
        <p:cNvGrpSpPr/>
        <p:nvPr/>
      </p:nvGrpSpPr>
      <p:grpSpPr>
        <a:xfrm>
          <a:off x="0" y="0"/>
          <a:ext cx="0" cy="0"/>
          <a:chOff x="0" y="0"/>
          <a:chExt cx="0" cy="0"/>
        </a:xfrm>
      </p:grpSpPr>
      <p:pic>
        <p:nvPicPr>
          <p:cNvPr id="51" name="Google Shape;51;p13"/>
          <p:cNvPicPr preferRelativeResize="0"/>
          <p:nvPr/>
        </p:nvPicPr>
        <p:blipFill rotWithShape="1">
          <a:blip r:embed="rId2"/>
          <a:srcRect/>
          <a:stretch>
            <a:fillRect/>
          </a:stretch>
        </p:blipFill>
        <p:spPr>
          <a:xfrm>
            <a:off x="-2" y="-1"/>
            <a:ext cx="9143998" cy="5140803"/>
          </a:xfrm>
          <a:prstGeom prst="rect">
            <a:avLst/>
          </a:prstGeom>
          <a:noFill/>
          <a:ln>
            <a:noFill/>
          </a:ln>
        </p:spPr>
      </p:pic>
      <p:sp>
        <p:nvSpPr>
          <p:cNvPr id="52" name="Google Shape;52;p13"/>
          <p:cNvSpPr txBox="1"/>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rtl="0">
              <a:lnSpc>
                <a:spcPct val="100000"/>
              </a:lnSpc>
              <a:spcBef>
                <a:spcPts val="0"/>
              </a:spcBef>
              <a:spcAft>
                <a:spcPts val="0"/>
              </a:spcAft>
              <a:buSzPts val="1100"/>
              <a:buNone/>
              <a:defRPr/>
            </a:lvl1pPr>
            <a:lvl2pPr lvl="1" algn="l" rtl="0">
              <a:lnSpc>
                <a:spcPct val="100000"/>
              </a:lnSpc>
              <a:spcBef>
                <a:spcPts val="0"/>
              </a:spcBef>
              <a:spcAft>
                <a:spcPts val="0"/>
              </a:spcAft>
              <a:buSzPts val="1100"/>
              <a:buNone/>
              <a:defRPr/>
            </a:lvl2pPr>
            <a:lvl3pPr lvl="2" algn="l" rtl="0">
              <a:lnSpc>
                <a:spcPct val="100000"/>
              </a:lnSpc>
              <a:spcBef>
                <a:spcPts val="0"/>
              </a:spcBef>
              <a:spcAft>
                <a:spcPts val="0"/>
              </a:spcAft>
              <a:buSzPts val="1100"/>
              <a:buNone/>
              <a:defRPr/>
            </a:lvl3pPr>
            <a:lvl4pPr lvl="3" algn="l" rtl="0">
              <a:lnSpc>
                <a:spcPct val="100000"/>
              </a:lnSpc>
              <a:spcBef>
                <a:spcPts val="0"/>
              </a:spcBef>
              <a:spcAft>
                <a:spcPts val="0"/>
              </a:spcAft>
              <a:buSzPts val="1100"/>
              <a:buNone/>
              <a:defRPr/>
            </a:lvl4pPr>
            <a:lvl5pPr lvl="4" algn="l" rtl="0">
              <a:lnSpc>
                <a:spcPct val="100000"/>
              </a:lnSpc>
              <a:spcBef>
                <a:spcPts val="0"/>
              </a:spcBef>
              <a:spcAft>
                <a:spcPts val="0"/>
              </a:spcAft>
              <a:buSzPts val="1100"/>
              <a:buNone/>
              <a:defRPr/>
            </a:lvl5pPr>
            <a:lvl6pPr lvl="5" algn="l" rtl="0">
              <a:lnSpc>
                <a:spcPct val="100000"/>
              </a:lnSpc>
              <a:spcBef>
                <a:spcPts val="0"/>
              </a:spcBef>
              <a:spcAft>
                <a:spcPts val="0"/>
              </a:spcAft>
              <a:buSzPts val="1100"/>
              <a:buNone/>
              <a:defRPr/>
            </a:lvl6pPr>
            <a:lvl7pPr lvl="6" algn="l" rtl="0">
              <a:lnSpc>
                <a:spcPct val="100000"/>
              </a:lnSpc>
              <a:spcBef>
                <a:spcPts val="0"/>
              </a:spcBef>
              <a:spcAft>
                <a:spcPts val="0"/>
              </a:spcAft>
              <a:buSzPts val="1100"/>
              <a:buNone/>
              <a:defRPr/>
            </a:lvl7pPr>
            <a:lvl8pPr lvl="7" algn="l" rtl="0">
              <a:lnSpc>
                <a:spcPct val="100000"/>
              </a:lnSpc>
              <a:spcBef>
                <a:spcPts val="0"/>
              </a:spcBef>
              <a:spcAft>
                <a:spcPts val="0"/>
              </a:spcAft>
              <a:buSzPts val="1100"/>
              <a:buNone/>
              <a:defRPr/>
            </a:lvl8pPr>
            <a:lvl9pPr lvl="8" algn="l" rtl="0">
              <a:lnSpc>
                <a:spcPct val="100000"/>
              </a:lnSpc>
              <a:spcBef>
                <a:spcPts val="0"/>
              </a:spcBef>
              <a:spcAft>
                <a:spcPts val="0"/>
              </a:spcAft>
              <a:buSzPts val="1100"/>
              <a:buNone/>
              <a:defRPr/>
            </a:lvl9pPr>
          </a:lstStyle>
          <a:p/>
        </p:txBody>
      </p:sp>
      <p:sp>
        <p:nvSpPr>
          <p:cNvPr id="53" name="Google Shape;53;p13"/>
          <p:cNvSpPr txBox="1"/>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rtl="0">
              <a:lnSpc>
                <a:spcPct val="100000"/>
              </a:lnSpc>
              <a:spcBef>
                <a:spcPts val="0"/>
              </a:spcBef>
              <a:spcAft>
                <a:spcPts val="0"/>
              </a:spcAft>
              <a:buSzPts val="1100"/>
              <a:buNone/>
              <a:defRPr/>
            </a:lvl1pPr>
            <a:lvl2pPr lvl="1" algn="l" rtl="0">
              <a:lnSpc>
                <a:spcPct val="100000"/>
              </a:lnSpc>
              <a:spcBef>
                <a:spcPts val="0"/>
              </a:spcBef>
              <a:spcAft>
                <a:spcPts val="0"/>
              </a:spcAft>
              <a:buSzPts val="1100"/>
              <a:buNone/>
              <a:defRPr/>
            </a:lvl2pPr>
            <a:lvl3pPr lvl="2" algn="l" rtl="0">
              <a:lnSpc>
                <a:spcPct val="100000"/>
              </a:lnSpc>
              <a:spcBef>
                <a:spcPts val="0"/>
              </a:spcBef>
              <a:spcAft>
                <a:spcPts val="0"/>
              </a:spcAft>
              <a:buSzPts val="1100"/>
              <a:buNone/>
              <a:defRPr/>
            </a:lvl3pPr>
            <a:lvl4pPr lvl="3" algn="l" rtl="0">
              <a:lnSpc>
                <a:spcPct val="100000"/>
              </a:lnSpc>
              <a:spcBef>
                <a:spcPts val="0"/>
              </a:spcBef>
              <a:spcAft>
                <a:spcPts val="0"/>
              </a:spcAft>
              <a:buSzPts val="1100"/>
              <a:buNone/>
              <a:defRPr/>
            </a:lvl4pPr>
            <a:lvl5pPr lvl="4" algn="l" rtl="0">
              <a:lnSpc>
                <a:spcPct val="100000"/>
              </a:lnSpc>
              <a:spcBef>
                <a:spcPts val="0"/>
              </a:spcBef>
              <a:spcAft>
                <a:spcPts val="0"/>
              </a:spcAft>
              <a:buSzPts val="1100"/>
              <a:buNone/>
              <a:defRPr/>
            </a:lvl5pPr>
            <a:lvl6pPr lvl="5" algn="l" rtl="0">
              <a:lnSpc>
                <a:spcPct val="100000"/>
              </a:lnSpc>
              <a:spcBef>
                <a:spcPts val="0"/>
              </a:spcBef>
              <a:spcAft>
                <a:spcPts val="0"/>
              </a:spcAft>
              <a:buSzPts val="1100"/>
              <a:buNone/>
              <a:defRPr/>
            </a:lvl6pPr>
            <a:lvl7pPr lvl="6" algn="l" rtl="0">
              <a:lnSpc>
                <a:spcPct val="100000"/>
              </a:lnSpc>
              <a:spcBef>
                <a:spcPts val="0"/>
              </a:spcBef>
              <a:spcAft>
                <a:spcPts val="0"/>
              </a:spcAft>
              <a:buSzPts val="1100"/>
              <a:buNone/>
              <a:defRPr/>
            </a:lvl7pPr>
            <a:lvl8pPr lvl="7" algn="l" rtl="0">
              <a:lnSpc>
                <a:spcPct val="100000"/>
              </a:lnSpc>
              <a:spcBef>
                <a:spcPts val="0"/>
              </a:spcBef>
              <a:spcAft>
                <a:spcPts val="0"/>
              </a:spcAft>
              <a:buSzPts val="1100"/>
              <a:buNone/>
              <a:defRPr/>
            </a:lvl8pPr>
            <a:lvl9pPr lvl="8" algn="l" rtl="0">
              <a:lnSpc>
                <a:spcPct val="100000"/>
              </a:lnSpc>
              <a:spcBef>
                <a:spcPts val="0"/>
              </a:spcBef>
              <a:spcAft>
                <a:spcPts val="0"/>
              </a:spcAft>
              <a:buSzPts val="1100"/>
              <a:buNone/>
              <a:defRPr/>
            </a:lvl9pPr>
          </a:lstStyle>
          <a:p/>
        </p:txBody>
      </p:sp>
      <p:sp>
        <p:nvSpPr>
          <p:cNvPr id="54" name="Google Shape;54;p13"/>
          <p:cNvSpPr txBox="1"/>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rtl="0">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
        <p:nvSpPr>
          <p:cNvPr id="55" name="Google Shape;55;p13"/>
          <p:cNvSpPr txBox="1"/>
          <p:nvPr>
            <p:ph type="title"/>
          </p:nvPr>
        </p:nvSpPr>
        <p:spPr>
          <a:xfrm>
            <a:off x="321144" y="246401"/>
            <a:ext cx="7340700" cy="866700"/>
          </a:xfrm>
          <a:prstGeom prst="rect">
            <a:avLst/>
          </a:prstGeom>
          <a:noFill/>
          <a:ln>
            <a:noFill/>
          </a:ln>
        </p:spPr>
        <p:txBody>
          <a:bodyPr spcFirstLastPara="1" wrap="square" lIns="68575" tIns="34275" rIns="68575" bIns="34275" anchor="ctr" anchorCtr="0">
            <a:noAutofit/>
          </a:bodyPr>
          <a:lstStyle>
            <a:lvl1pPr lvl="0" algn="l" rtl="0">
              <a:lnSpc>
                <a:spcPct val="90000"/>
              </a:lnSpc>
              <a:spcBef>
                <a:spcPts val="0"/>
              </a:spcBef>
              <a:spcAft>
                <a:spcPts val="0"/>
              </a:spcAft>
              <a:buClr>
                <a:schemeClr val="lt1"/>
              </a:buClr>
              <a:buSzPts val="3300"/>
              <a:buFont typeface="Roboto" panose="02000000000000000000"/>
              <a:buNone/>
              <a:defRPr sz="3300" b="1" i="0">
                <a:solidFill>
                  <a:schemeClr val="lt1"/>
                </a:solidFill>
                <a:latin typeface="Roboto" panose="02000000000000000000"/>
                <a:ea typeface="Roboto" panose="02000000000000000000"/>
                <a:cs typeface="Roboto" panose="02000000000000000000"/>
                <a:sym typeface="Roboto" panose="02000000000000000000"/>
              </a:defRPr>
            </a:lvl1pPr>
            <a:lvl2pPr lvl="1" algn="l" rtl="0">
              <a:lnSpc>
                <a:spcPct val="100000"/>
              </a:lnSpc>
              <a:spcBef>
                <a:spcPts val="0"/>
              </a:spcBef>
              <a:spcAft>
                <a:spcPts val="0"/>
              </a:spcAft>
              <a:buSzPts val="1100"/>
              <a:buNone/>
              <a:defRPr/>
            </a:lvl2pPr>
            <a:lvl3pPr lvl="2" algn="l" rtl="0">
              <a:lnSpc>
                <a:spcPct val="100000"/>
              </a:lnSpc>
              <a:spcBef>
                <a:spcPts val="0"/>
              </a:spcBef>
              <a:spcAft>
                <a:spcPts val="0"/>
              </a:spcAft>
              <a:buSzPts val="1100"/>
              <a:buNone/>
              <a:defRPr/>
            </a:lvl3pPr>
            <a:lvl4pPr lvl="3" algn="l" rtl="0">
              <a:lnSpc>
                <a:spcPct val="100000"/>
              </a:lnSpc>
              <a:spcBef>
                <a:spcPts val="0"/>
              </a:spcBef>
              <a:spcAft>
                <a:spcPts val="0"/>
              </a:spcAft>
              <a:buSzPts val="1100"/>
              <a:buNone/>
              <a:defRPr/>
            </a:lvl4pPr>
            <a:lvl5pPr lvl="4" algn="l" rtl="0">
              <a:lnSpc>
                <a:spcPct val="100000"/>
              </a:lnSpc>
              <a:spcBef>
                <a:spcPts val="0"/>
              </a:spcBef>
              <a:spcAft>
                <a:spcPts val="0"/>
              </a:spcAft>
              <a:buSzPts val="1100"/>
              <a:buNone/>
              <a:defRPr/>
            </a:lvl5pPr>
            <a:lvl6pPr lvl="5" algn="l" rtl="0">
              <a:lnSpc>
                <a:spcPct val="100000"/>
              </a:lnSpc>
              <a:spcBef>
                <a:spcPts val="0"/>
              </a:spcBef>
              <a:spcAft>
                <a:spcPts val="0"/>
              </a:spcAft>
              <a:buSzPts val="1100"/>
              <a:buNone/>
              <a:defRPr/>
            </a:lvl6pPr>
            <a:lvl7pPr lvl="6" algn="l" rtl="0">
              <a:lnSpc>
                <a:spcPct val="100000"/>
              </a:lnSpc>
              <a:spcBef>
                <a:spcPts val="0"/>
              </a:spcBef>
              <a:spcAft>
                <a:spcPts val="0"/>
              </a:spcAft>
              <a:buSzPts val="1100"/>
              <a:buNone/>
              <a:defRPr/>
            </a:lvl7pPr>
            <a:lvl8pPr lvl="7" algn="l" rtl="0">
              <a:lnSpc>
                <a:spcPct val="100000"/>
              </a:lnSpc>
              <a:spcBef>
                <a:spcPts val="0"/>
              </a:spcBef>
              <a:spcAft>
                <a:spcPts val="0"/>
              </a:spcAft>
              <a:buSzPts val="1100"/>
              <a:buNone/>
              <a:defRPr/>
            </a:lvl8pPr>
            <a:lvl9pPr lvl="8" algn="l" rtl="0">
              <a:lnSpc>
                <a:spcPct val="100000"/>
              </a:lnSpc>
              <a:spcBef>
                <a:spcPts val="0"/>
              </a:spcBef>
              <a:spcAft>
                <a:spcPts val="0"/>
              </a:spcAft>
              <a:buSzPts val="1100"/>
              <a:buNone/>
              <a:defRPr/>
            </a:lvl9pPr>
          </a:lstStyle>
          <a:p/>
        </p:txBody>
      </p:sp>
      <p:pic>
        <p:nvPicPr>
          <p:cNvPr id="56" name="Google Shape;56;p13"/>
          <p:cNvPicPr preferRelativeResize="0"/>
          <p:nvPr/>
        </p:nvPicPr>
        <p:blipFill rotWithShape="1">
          <a:blip r:embed="rId3"/>
          <a:srcRect/>
          <a:stretch>
            <a:fillRect/>
          </a:stretch>
        </p:blipFill>
        <p:spPr>
          <a:xfrm>
            <a:off x="7562075" y="49099"/>
            <a:ext cx="1581926" cy="1261350"/>
          </a:xfrm>
          <a:prstGeom prst="rect">
            <a:avLst/>
          </a:prstGeom>
          <a:noFill/>
          <a:ln>
            <a:noFill/>
          </a:ln>
        </p:spPr>
      </p:pic>
      <p:pic>
        <p:nvPicPr>
          <p:cNvPr id="57" name="Google Shape;57;p13"/>
          <p:cNvPicPr preferRelativeResize="0"/>
          <p:nvPr/>
        </p:nvPicPr>
        <p:blipFill rotWithShape="1">
          <a:blip r:embed="rId4"/>
          <a:srcRect/>
          <a:stretch>
            <a:fillRect/>
          </a:stretch>
        </p:blipFill>
        <p:spPr>
          <a:xfrm>
            <a:off x="7890950" y="3838225"/>
            <a:ext cx="1069300" cy="1164226"/>
          </a:xfrm>
          <a:prstGeom prst="rect">
            <a:avLst/>
          </a:prstGeom>
          <a:noFill/>
          <a:ln>
            <a:noFill/>
          </a:ln>
        </p:spPr>
      </p:pic>
      <p:pic>
        <p:nvPicPr>
          <p:cNvPr id="58" name="Google Shape;58;p13"/>
          <p:cNvPicPr preferRelativeResize="0"/>
          <p:nvPr/>
        </p:nvPicPr>
        <p:blipFill rotWithShape="1">
          <a:blip r:embed="rId5"/>
          <a:srcRect/>
          <a:stretch>
            <a:fillRect/>
          </a:stretch>
        </p:blipFill>
        <p:spPr>
          <a:xfrm>
            <a:off x="-3" y="3800425"/>
            <a:ext cx="1154200" cy="1343075"/>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59" name="Shape 59"/>
        <p:cNvGrpSpPr/>
        <p:nvPr/>
      </p:nvGrpSpPr>
      <p:grpSpPr>
        <a:xfrm>
          <a:off x="0" y="0"/>
          <a:ext cx="0" cy="0"/>
          <a:chOff x="0" y="0"/>
          <a:chExt cx="0" cy="0"/>
        </a:xfrm>
      </p:grpSpPr>
      <p:sp>
        <p:nvSpPr>
          <p:cNvPr id="60" name="Google Shape;60;p14"/>
          <p:cNvSpPr txBox="1"/>
          <p:nvPr>
            <p:ph type="title"/>
          </p:nvPr>
        </p:nvSpPr>
        <p:spPr>
          <a:xfrm>
            <a:off x="628650" y="273844"/>
            <a:ext cx="7886700" cy="994200"/>
          </a:xfrm>
          <a:prstGeom prst="rect">
            <a:avLst/>
          </a:prstGeom>
          <a:noFill/>
          <a:ln>
            <a:noFill/>
          </a:ln>
        </p:spPr>
        <p:txBody>
          <a:bodyPr spcFirstLastPara="1" wrap="square" lIns="68575" tIns="34275" rIns="68575" bIns="34275" anchor="ctr" anchorCtr="0">
            <a:noAutofit/>
          </a:bodyPr>
          <a:lstStyle>
            <a:lvl1pPr lvl="0" algn="l" rtl="0">
              <a:lnSpc>
                <a:spcPct val="90000"/>
              </a:lnSpc>
              <a:spcBef>
                <a:spcPts val="0"/>
              </a:spcBef>
              <a:spcAft>
                <a:spcPts val="0"/>
              </a:spcAft>
              <a:buClr>
                <a:srgbClr val="EE5128"/>
              </a:buClr>
              <a:buSzPts val="3300"/>
              <a:buFont typeface="Roboto" panose="02000000000000000000"/>
              <a:buNone/>
              <a:defRPr b="1" i="0">
                <a:solidFill>
                  <a:srgbClr val="EE5128"/>
                </a:solidFill>
                <a:latin typeface="Roboto" panose="02000000000000000000"/>
                <a:ea typeface="Roboto" panose="02000000000000000000"/>
                <a:cs typeface="Roboto" panose="02000000000000000000"/>
                <a:sym typeface="Roboto" panose="02000000000000000000"/>
              </a:defRPr>
            </a:lvl1pPr>
            <a:lvl2pPr lvl="1" algn="l" rtl="0">
              <a:lnSpc>
                <a:spcPct val="100000"/>
              </a:lnSpc>
              <a:spcBef>
                <a:spcPts val="0"/>
              </a:spcBef>
              <a:spcAft>
                <a:spcPts val="0"/>
              </a:spcAft>
              <a:buSzPts val="1100"/>
              <a:buNone/>
              <a:defRPr/>
            </a:lvl2pPr>
            <a:lvl3pPr lvl="2" algn="l" rtl="0">
              <a:lnSpc>
                <a:spcPct val="100000"/>
              </a:lnSpc>
              <a:spcBef>
                <a:spcPts val="0"/>
              </a:spcBef>
              <a:spcAft>
                <a:spcPts val="0"/>
              </a:spcAft>
              <a:buSzPts val="1100"/>
              <a:buNone/>
              <a:defRPr/>
            </a:lvl3pPr>
            <a:lvl4pPr lvl="3" algn="l" rtl="0">
              <a:lnSpc>
                <a:spcPct val="100000"/>
              </a:lnSpc>
              <a:spcBef>
                <a:spcPts val="0"/>
              </a:spcBef>
              <a:spcAft>
                <a:spcPts val="0"/>
              </a:spcAft>
              <a:buSzPts val="1100"/>
              <a:buNone/>
              <a:defRPr/>
            </a:lvl4pPr>
            <a:lvl5pPr lvl="4" algn="l" rtl="0">
              <a:lnSpc>
                <a:spcPct val="100000"/>
              </a:lnSpc>
              <a:spcBef>
                <a:spcPts val="0"/>
              </a:spcBef>
              <a:spcAft>
                <a:spcPts val="0"/>
              </a:spcAft>
              <a:buSzPts val="1100"/>
              <a:buNone/>
              <a:defRPr/>
            </a:lvl5pPr>
            <a:lvl6pPr lvl="5" algn="l" rtl="0">
              <a:lnSpc>
                <a:spcPct val="100000"/>
              </a:lnSpc>
              <a:spcBef>
                <a:spcPts val="0"/>
              </a:spcBef>
              <a:spcAft>
                <a:spcPts val="0"/>
              </a:spcAft>
              <a:buSzPts val="1100"/>
              <a:buNone/>
              <a:defRPr/>
            </a:lvl6pPr>
            <a:lvl7pPr lvl="6" algn="l" rtl="0">
              <a:lnSpc>
                <a:spcPct val="100000"/>
              </a:lnSpc>
              <a:spcBef>
                <a:spcPts val="0"/>
              </a:spcBef>
              <a:spcAft>
                <a:spcPts val="0"/>
              </a:spcAft>
              <a:buSzPts val="1100"/>
              <a:buNone/>
              <a:defRPr/>
            </a:lvl7pPr>
            <a:lvl8pPr lvl="7" algn="l" rtl="0">
              <a:lnSpc>
                <a:spcPct val="100000"/>
              </a:lnSpc>
              <a:spcBef>
                <a:spcPts val="0"/>
              </a:spcBef>
              <a:spcAft>
                <a:spcPts val="0"/>
              </a:spcAft>
              <a:buSzPts val="1100"/>
              <a:buNone/>
              <a:defRPr/>
            </a:lvl8pPr>
            <a:lvl9pPr lvl="8" algn="l" rtl="0">
              <a:lnSpc>
                <a:spcPct val="100000"/>
              </a:lnSpc>
              <a:spcBef>
                <a:spcPts val="0"/>
              </a:spcBef>
              <a:spcAft>
                <a:spcPts val="0"/>
              </a:spcAft>
              <a:buSzPts val="1100"/>
              <a:buNone/>
              <a:defRPr/>
            </a:lvl9pPr>
          </a:lstStyle>
          <a:p/>
        </p:txBody>
      </p:sp>
      <p:sp>
        <p:nvSpPr>
          <p:cNvPr id="61" name="Google Shape;61;p14"/>
          <p:cNvSpPr txBox="1"/>
          <p:nvPr>
            <p:ph type="body" idx="1"/>
          </p:nvPr>
        </p:nvSpPr>
        <p:spPr>
          <a:xfrm>
            <a:off x="628650" y="1369219"/>
            <a:ext cx="7886700" cy="3263400"/>
          </a:xfrm>
          <a:prstGeom prst="rect">
            <a:avLst/>
          </a:prstGeom>
          <a:noFill/>
          <a:ln>
            <a:noFill/>
          </a:ln>
        </p:spPr>
        <p:txBody>
          <a:bodyPr spcFirstLastPara="1" wrap="square" lIns="68575" tIns="34275" rIns="68575" bIns="34275" anchor="t" anchorCtr="0">
            <a:noAutofit/>
          </a:bodyPr>
          <a:lstStyle>
            <a:lvl1pPr marL="457200" lvl="0" indent="-361950" algn="l" rtl="0">
              <a:lnSpc>
                <a:spcPct val="90000"/>
              </a:lnSpc>
              <a:spcBef>
                <a:spcPts val="800"/>
              </a:spcBef>
              <a:spcAft>
                <a:spcPts val="0"/>
              </a:spcAft>
              <a:buClr>
                <a:srgbClr val="141331"/>
              </a:buClr>
              <a:buSzPts val="2100"/>
              <a:buChar char="•"/>
              <a:defRPr b="0" i="0">
                <a:solidFill>
                  <a:srgbClr val="141331"/>
                </a:solidFill>
                <a:latin typeface="Roboto" panose="02000000000000000000"/>
                <a:ea typeface="Roboto" panose="02000000000000000000"/>
                <a:cs typeface="Roboto" panose="02000000000000000000"/>
                <a:sym typeface="Roboto" panose="02000000000000000000"/>
              </a:defRPr>
            </a:lvl1pPr>
            <a:lvl2pPr marL="914400" lvl="1" indent="-342900" algn="l" rtl="0">
              <a:lnSpc>
                <a:spcPct val="90000"/>
              </a:lnSpc>
              <a:spcBef>
                <a:spcPts val="400"/>
              </a:spcBef>
              <a:spcAft>
                <a:spcPts val="0"/>
              </a:spcAft>
              <a:buClr>
                <a:srgbClr val="141331"/>
              </a:buClr>
              <a:buSzPts val="1800"/>
              <a:buChar char="•"/>
              <a:defRPr b="0" i="0">
                <a:solidFill>
                  <a:srgbClr val="141331"/>
                </a:solidFill>
                <a:latin typeface="Roboto" panose="02000000000000000000"/>
                <a:ea typeface="Roboto" panose="02000000000000000000"/>
                <a:cs typeface="Roboto" panose="02000000000000000000"/>
                <a:sym typeface="Roboto" panose="02000000000000000000"/>
              </a:defRPr>
            </a:lvl2pPr>
            <a:lvl3pPr marL="1371600" lvl="2" indent="-323850" algn="l" rtl="0">
              <a:lnSpc>
                <a:spcPct val="90000"/>
              </a:lnSpc>
              <a:spcBef>
                <a:spcPts val="400"/>
              </a:spcBef>
              <a:spcAft>
                <a:spcPts val="0"/>
              </a:spcAft>
              <a:buClr>
                <a:srgbClr val="141331"/>
              </a:buClr>
              <a:buSzPts val="1500"/>
              <a:buChar char="•"/>
              <a:defRPr b="0" i="0">
                <a:solidFill>
                  <a:srgbClr val="141331"/>
                </a:solidFill>
                <a:latin typeface="Roboto" panose="02000000000000000000"/>
                <a:ea typeface="Roboto" panose="02000000000000000000"/>
                <a:cs typeface="Roboto" panose="02000000000000000000"/>
                <a:sym typeface="Roboto" panose="02000000000000000000"/>
              </a:defRPr>
            </a:lvl3pPr>
            <a:lvl4pPr marL="1828800" lvl="3" indent="-317500" algn="l" rtl="0">
              <a:lnSpc>
                <a:spcPct val="90000"/>
              </a:lnSpc>
              <a:spcBef>
                <a:spcPts val="400"/>
              </a:spcBef>
              <a:spcAft>
                <a:spcPts val="0"/>
              </a:spcAft>
              <a:buClr>
                <a:srgbClr val="141331"/>
              </a:buClr>
              <a:buSzPts val="1400"/>
              <a:buChar char="•"/>
              <a:defRPr b="0" i="0">
                <a:solidFill>
                  <a:srgbClr val="141331"/>
                </a:solidFill>
                <a:latin typeface="Roboto" panose="02000000000000000000"/>
                <a:ea typeface="Roboto" panose="02000000000000000000"/>
                <a:cs typeface="Roboto" panose="02000000000000000000"/>
                <a:sym typeface="Roboto" panose="02000000000000000000"/>
              </a:defRPr>
            </a:lvl4pPr>
            <a:lvl5pPr marL="2286000" lvl="4" indent="-317500" algn="l" rtl="0">
              <a:lnSpc>
                <a:spcPct val="90000"/>
              </a:lnSpc>
              <a:spcBef>
                <a:spcPts val="400"/>
              </a:spcBef>
              <a:spcAft>
                <a:spcPts val="0"/>
              </a:spcAft>
              <a:buClr>
                <a:srgbClr val="141331"/>
              </a:buClr>
              <a:buSzPts val="1400"/>
              <a:buChar char="•"/>
              <a:defRPr b="0" i="0">
                <a:solidFill>
                  <a:srgbClr val="141331"/>
                </a:solidFill>
                <a:latin typeface="Roboto" panose="02000000000000000000"/>
                <a:ea typeface="Roboto" panose="02000000000000000000"/>
                <a:cs typeface="Roboto" panose="02000000000000000000"/>
                <a:sym typeface="Roboto" panose="02000000000000000000"/>
              </a:defRPr>
            </a:lvl5pPr>
            <a:lvl6pPr marL="2743200" lvl="5" indent="-317500" algn="l" rtl="0">
              <a:lnSpc>
                <a:spcPct val="90000"/>
              </a:lnSpc>
              <a:spcBef>
                <a:spcPts val="400"/>
              </a:spcBef>
              <a:spcAft>
                <a:spcPts val="0"/>
              </a:spcAft>
              <a:buClr>
                <a:srgbClr val="141331"/>
              </a:buClr>
              <a:buSzPts val="1400"/>
              <a:buChar char="•"/>
              <a:defRPr>
                <a:solidFill>
                  <a:srgbClr val="141331"/>
                </a:solidFill>
              </a:defRPr>
            </a:lvl6pPr>
            <a:lvl7pPr marL="3200400" lvl="6" indent="-317500" algn="l" rtl="0">
              <a:lnSpc>
                <a:spcPct val="90000"/>
              </a:lnSpc>
              <a:spcBef>
                <a:spcPts val="400"/>
              </a:spcBef>
              <a:spcAft>
                <a:spcPts val="0"/>
              </a:spcAft>
              <a:buClr>
                <a:srgbClr val="141331"/>
              </a:buClr>
              <a:buSzPts val="1400"/>
              <a:buChar char="•"/>
              <a:defRPr>
                <a:solidFill>
                  <a:srgbClr val="141331"/>
                </a:solidFill>
              </a:defRPr>
            </a:lvl7pPr>
            <a:lvl8pPr marL="3657600" lvl="7" indent="-317500" algn="l" rtl="0">
              <a:lnSpc>
                <a:spcPct val="90000"/>
              </a:lnSpc>
              <a:spcBef>
                <a:spcPts val="400"/>
              </a:spcBef>
              <a:spcAft>
                <a:spcPts val="0"/>
              </a:spcAft>
              <a:buClr>
                <a:srgbClr val="141331"/>
              </a:buClr>
              <a:buSzPts val="1400"/>
              <a:buChar char="•"/>
              <a:defRPr>
                <a:solidFill>
                  <a:srgbClr val="141331"/>
                </a:solidFill>
              </a:defRPr>
            </a:lvl8pPr>
            <a:lvl9pPr marL="4114800" lvl="8" indent="-317500" algn="l" rtl="0">
              <a:lnSpc>
                <a:spcPct val="90000"/>
              </a:lnSpc>
              <a:spcBef>
                <a:spcPts val="400"/>
              </a:spcBef>
              <a:spcAft>
                <a:spcPts val="0"/>
              </a:spcAft>
              <a:buClr>
                <a:srgbClr val="141331"/>
              </a:buClr>
              <a:buSzPts val="1400"/>
              <a:buChar char="•"/>
              <a:defRPr>
                <a:solidFill>
                  <a:srgbClr val="141331"/>
                </a:solidFill>
              </a:defRPr>
            </a:lvl9pPr>
          </a:lstStyle>
          <a:p/>
        </p:txBody>
      </p:sp>
      <p:sp>
        <p:nvSpPr>
          <p:cNvPr id="62" name="Google Shape;62;p14"/>
          <p:cNvSpPr txBox="1"/>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rtl="0">
              <a:lnSpc>
                <a:spcPct val="100000"/>
              </a:lnSpc>
              <a:spcBef>
                <a:spcPts val="0"/>
              </a:spcBef>
              <a:spcAft>
                <a:spcPts val="0"/>
              </a:spcAft>
              <a:buSzPts val="1100"/>
              <a:buNone/>
              <a:defRPr/>
            </a:lvl1pPr>
            <a:lvl2pPr lvl="1" algn="l" rtl="0">
              <a:lnSpc>
                <a:spcPct val="100000"/>
              </a:lnSpc>
              <a:spcBef>
                <a:spcPts val="0"/>
              </a:spcBef>
              <a:spcAft>
                <a:spcPts val="0"/>
              </a:spcAft>
              <a:buSzPts val="1100"/>
              <a:buNone/>
              <a:defRPr/>
            </a:lvl2pPr>
            <a:lvl3pPr lvl="2" algn="l" rtl="0">
              <a:lnSpc>
                <a:spcPct val="100000"/>
              </a:lnSpc>
              <a:spcBef>
                <a:spcPts val="0"/>
              </a:spcBef>
              <a:spcAft>
                <a:spcPts val="0"/>
              </a:spcAft>
              <a:buSzPts val="1100"/>
              <a:buNone/>
              <a:defRPr/>
            </a:lvl3pPr>
            <a:lvl4pPr lvl="3" algn="l" rtl="0">
              <a:lnSpc>
                <a:spcPct val="100000"/>
              </a:lnSpc>
              <a:spcBef>
                <a:spcPts val="0"/>
              </a:spcBef>
              <a:spcAft>
                <a:spcPts val="0"/>
              </a:spcAft>
              <a:buSzPts val="1100"/>
              <a:buNone/>
              <a:defRPr/>
            </a:lvl4pPr>
            <a:lvl5pPr lvl="4" algn="l" rtl="0">
              <a:lnSpc>
                <a:spcPct val="100000"/>
              </a:lnSpc>
              <a:spcBef>
                <a:spcPts val="0"/>
              </a:spcBef>
              <a:spcAft>
                <a:spcPts val="0"/>
              </a:spcAft>
              <a:buSzPts val="1100"/>
              <a:buNone/>
              <a:defRPr/>
            </a:lvl5pPr>
            <a:lvl6pPr lvl="5" algn="l" rtl="0">
              <a:lnSpc>
                <a:spcPct val="100000"/>
              </a:lnSpc>
              <a:spcBef>
                <a:spcPts val="0"/>
              </a:spcBef>
              <a:spcAft>
                <a:spcPts val="0"/>
              </a:spcAft>
              <a:buSzPts val="1100"/>
              <a:buNone/>
              <a:defRPr/>
            </a:lvl6pPr>
            <a:lvl7pPr lvl="6" algn="l" rtl="0">
              <a:lnSpc>
                <a:spcPct val="100000"/>
              </a:lnSpc>
              <a:spcBef>
                <a:spcPts val="0"/>
              </a:spcBef>
              <a:spcAft>
                <a:spcPts val="0"/>
              </a:spcAft>
              <a:buSzPts val="1100"/>
              <a:buNone/>
              <a:defRPr/>
            </a:lvl7pPr>
            <a:lvl8pPr lvl="7" algn="l" rtl="0">
              <a:lnSpc>
                <a:spcPct val="100000"/>
              </a:lnSpc>
              <a:spcBef>
                <a:spcPts val="0"/>
              </a:spcBef>
              <a:spcAft>
                <a:spcPts val="0"/>
              </a:spcAft>
              <a:buSzPts val="1100"/>
              <a:buNone/>
              <a:defRPr/>
            </a:lvl8pPr>
            <a:lvl9pPr lvl="8" algn="l" rtl="0">
              <a:lnSpc>
                <a:spcPct val="100000"/>
              </a:lnSpc>
              <a:spcBef>
                <a:spcPts val="0"/>
              </a:spcBef>
              <a:spcAft>
                <a:spcPts val="0"/>
              </a:spcAft>
              <a:buSzPts val="1100"/>
              <a:buNone/>
              <a:defRPr/>
            </a:lvl9pPr>
          </a:lstStyle>
          <a:p/>
        </p:txBody>
      </p:sp>
      <p:sp>
        <p:nvSpPr>
          <p:cNvPr id="63" name="Google Shape;63;p14"/>
          <p:cNvSpPr txBox="1"/>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rtl="0">
              <a:lnSpc>
                <a:spcPct val="100000"/>
              </a:lnSpc>
              <a:spcBef>
                <a:spcPts val="0"/>
              </a:spcBef>
              <a:spcAft>
                <a:spcPts val="0"/>
              </a:spcAft>
              <a:buSzPts val="1100"/>
              <a:buNone/>
              <a:defRPr/>
            </a:lvl1pPr>
            <a:lvl2pPr lvl="1" algn="l" rtl="0">
              <a:lnSpc>
                <a:spcPct val="100000"/>
              </a:lnSpc>
              <a:spcBef>
                <a:spcPts val="0"/>
              </a:spcBef>
              <a:spcAft>
                <a:spcPts val="0"/>
              </a:spcAft>
              <a:buSzPts val="1100"/>
              <a:buNone/>
              <a:defRPr/>
            </a:lvl2pPr>
            <a:lvl3pPr lvl="2" algn="l" rtl="0">
              <a:lnSpc>
                <a:spcPct val="100000"/>
              </a:lnSpc>
              <a:spcBef>
                <a:spcPts val="0"/>
              </a:spcBef>
              <a:spcAft>
                <a:spcPts val="0"/>
              </a:spcAft>
              <a:buSzPts val="1100"/>
              <a:buNone/>
              <a:defRPr/>
            </a:lvl3pPr>
            <a:lvl4pPr lvl="3" algn="l" rtl="0">
              <a:lnSpc>
                <a:spcPct val="100000"/>
              </a:lnSpc>
              <a:spcBef>
                <a:spcPts val="0"/>
              </a:spcBef>
              <a:spcAft>
                <a:spcPts val="0"/>
              </a:spcAft>
              <a:buSzPts val="1100"/>
              <a:buNone/>
              <a:defRPr/>
            </a:lvl4pPr>
            <a:lvl5pPr lvl="4" algn="l" rtl="0">
              <a:lnSpc>
                <a:spcPct val="100000"/>
              </a:lnSpc>
              <a:spcBef>
                <a:spcPts val="0"/>
              </a:spcBef>
              <a:spcAft>
                <a:spcPts val="0"/>
              </a:spcAft>
              <a:buSzPts val="1100"/>
              <a:buNone/>
              <a:defRPr/>
            </a:lvl5pPr>
            <a:lvl6pPr lvl="5" algn="l" rtl="0">
              <a:lnSpc>
                <a:spcPct val="100000"/>
              </a:lnSpc>
              <a:spcBef>
                <a:spcPts val="0"/>
              </a:spcBef>
              <a:spcAft>
                <a:spcPts val="0"/>
              </a:spcAft>
              <a:buSzPts val="1100"/>
              <a:buNone/>
              <a:defRPr/>
            </a:lvl6pPr>
            <a:lvl7pPr lvl="6" algn="l" rtl="0">
              <a:lnSpc>
                <a:spcPct val="100000"/>
              </a:lnSpc>
              <a:spcBef>
                <a:spcPts val="0"/>
              </a:spcBef>
              <a:spcAft>
                <a:spcPts val="0"/>
              </a:spcAft>
              <a:buSzPts val="1100"/>
              <a:buNone/>
              <a:defRPr/>
            </a:lvl7pPr>
            <a:lvl8pPr lvl="7" algn="l" rtl="0">
              <a:lnSpc>
                <a:spcPct val="100000"/>
              </a:lnSpc>
              <a:spcBef>
                <a:spcPts val="0"/>
              </a:spcBef>
              <a:spcAft>
                <a:spcPts val="0"/>
              </a:spcAft>
              <a:buSzPts val="1100"/>
              <a:buNone/>
              <a:defRPr/>
            </a:lvl8pPr>
            <a:lvl9pPr lvl="8" algn="l" rtl="0">
              <a:lnSpc>
                <a:spcPct val="100000"/>
              </a:lnSpc>
              <a:spcBef>
                <a:spcPts val="0"/>
              </a:spcBef>
              <a:spcAft>
                <a:spcPts val="0"/>
              </a:spcAft>
              <a:buSzPts val="1100"/>
              <a:buNone/>
              <a:defRPr/>
            </a:lvl9pPr>
          </a:lstStyle>
          <a:p/>
        </p:txBody>
      </p:sp>
      <p:sp>
        <p:nvSpPr>
          <p:cNvPr id="64" name="Google Shape;64;p14"/>
          <p:cNvSpPr txBox="1"/>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rtl="0">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pic>
        <p:nvPicPr>
          <p:cNvPr id="65" name="Google Shape;65;p14"/>
          <p:cNvPicPr preferRelativeResize="0"/>
          <p:nvPr/>
        </p:nvPicPr>
        <p:blipFill rotWithShape="1">
          <a:blip r:embed="rId2"/>
          <a:srcRect/>
          <a:stretch>
            <a:fillRect/>
          </a:stretch>
        </p:blipFill>
        <p:spPr>
          <a:xfrm>
            <a:off x="7890950" y="3838225"/>
            <a:ext cx="1069300" cy="1164226"/>
          </a:xfrm>
          <a:prstGeom prst="rect">
            <a:avLst/>
          </a:prstGeom>
          <a:noFill/>
          <a:ln>
            <a:noFill/>
          </a:ln>
        </p:spPr>
      </p:pic>
      <p:pic>
        <p:nvPicPr>
          <p:cNvPr id="66" name="Google Shape;66;p14"/>
          <p:cNvPicPr preferRelativeResize="0"/>
          <p:nvPr/>
        </p:nvPicPr>
        <p:blipFill rotWithShape="1">
          <a:blip r:embed="rId3"/>
          <a:srcRect/>
          <a:stretch>
            <a:fillRect/>
          </a:stretch>
        </p:blipFill>
        <p:spPr>
          <a:xfrm>
            <a:off x="-3" y="3800425"/>
            <a:ext cx="1154200" cy="1343075"/>
          </a:xfrm>
          <a:prstGeom prst="rect">
            <a:avLst/>
          </a:prstGeom>
          <a:noFill/>
          <a:ln>
            <a:noFill/>
          </a:ln>
        </p:spPr>
      </p:pic>
      <p:pic>
        <p:nvPicPr>
          <p:cNvPr id="67" name="Google Shape;67;p14"/>
          <p:cNvPicPr preferRelativeResize="0"/>
          <p:nvPr/>
        </p:nvPicPr>
        <p:blipFill rotWithShape="1">
          <a:blip r:embed="rId4"/>
          <a:srcRect/>
          <a:stretch>
            <a:fillRect/>
          </a:stretch>
        </p:blipFill>
        <p:spPr>
          <a:xfrm>
            <a:off x="7840475" y="149238"/>
            <a:ext cx="1303525" cy="1039375"/>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Content 1">
  <p:cSld name="OBJECT_1">
    <p:spTree>
      <p:nvGrpSpPr>
        <p:cNvPr id="68" name="Shape 68"/>
        <p:cNvGrpSpPr/>
        <p:nvPr/>
      </p:nvGrpSpPr>
      <p:grpSpPr>
        <a:xfrm>
          <a:off x="0" y="0"/>
          <a:ext cx="0" cy="0"/>
          <a:chOff x="0" y="0"/>
          <a:chExt cx="0" cy="0"/>
        </a:xfrm>
      </p:grpSpPr>
      <p:sp>
        <p:nvSpPr>
          <p:cNvPr id="69" name="Google Shape;69;p15"/>
          <p:cNvSpPr txBox="1"/>
          <p:nvPr>
            <p:ph type="title"/>
          </p:nvPr>
        </p:nvSpPr>
        <p:spPr>
          <a:xfrm>
            <a:off x="3491200" y="3167224"/>
            <a:ext cx="2161800" cy="822300"/>
          </a:xfrm>
          <a:prstGeom prst="rect">
            <a:avLst/>
          </a:prstGeom>
          <a:noFill/>
          <a:ln>
            <a:noFill/>
          </a:ln>
        </p:spPr>
        <p:txBody>
          <a:bodyPr spcFirstLastPara="1" wrap="square" lIns="0" tIns="0" rIns="0" bIns="0" anchor="t" anchorCtr="0">
            <a:noAutofit/>
          </a:bodyPr>
          <a:lstStyle>
            <a:lvl1pPr lvl="0" algn="l" rtl="0">
              <a:lnSpc>
                <a:spcPct val="90000"/>
              </a:lnSpc>
              <a:spcBef>
                <a:spcPts val="0"/>
              </a:spcBef>
              <a:spcAft>
                <a:spcPts val="0"/>
              </a:spcAft>
              <a:buSzPts val="3300"/>
              <a:buNone/>
              <a:defRPr sz="2300" b="1" i="0">
                <a:solidFill>
                  <a:srgbClr val="42464B"/>
                </a:solidFill>
                <a:latin typeface="Arial" panose="020B0604020202020204"/>
                <a:ea typeface="Arial" panose="020B0604020202020204"/>
                <a:cs typeface="Arial" panose="020B0604020202020204"/>
                <a:sym typeface="Arial" panose="020B0604020202020204"/>
              </a:defRPr>
            </a:lvl1pPr>
            <a:lvl2pPr lvl="1" algn="l" rtl="0">
              <a:lnSpc>
                <a:spcPct val="100000"/>
              </a:lnSpc>
              <a:spcBef>
                <a:spcPts val="0"/>
              </a:spcBef>
              <a:spcAft>
                <a:spcPts val="0"/>
              </a:spcAft>
              <a:buSzPts val="1100"/>
              <a:buNone/>
              <a:defRPr/>
            </a:lvl2pPr>
            <a:lvl3pPr lvl="2" algn="l" rtl="0">
              <a:lnSpc>
                <a:spcPct val="100000"/>
              </a:lnSpc>
              <a:spcBef>
                <a:spcPts val="0"/>
              </a:spcBef>
              <a:spcAft>
                <a:spcPts val="0"/>
              </a:spcAft>
              <a:buSzPts val="1100"/>
              <a:buNone/>
              <a:defRPr/>
            </a:lvl3pPr>
            <a:lvl4pPr lvl="3" algn="l" rtl="0">
              <a:lnSpc>
                <a:spcPct val="100000"/>
              </a:lnSpc>
              <a:spcBef>
                <a:spcPts val="0"/>
              </a:spcBef>
              <a:spcAft>
                <a:spcPts val="0"/>
              </a:spcAft>
              <a:buSzPts val="1100"/>
              <a:buNone/>
              <a:defRPr/>
            </a:lvl4pPr>
            <a:lvl5pPr lvl="4" algn="l" rtl="0">
              <a:lnSpc>
                <a:spcPct val="100000"/>
              </a:lnSpc>
              <a:spcBef>
                <a:spcPts val="0"/>
              </a:spcBef>
              <a:spcAft>
                <a:spcPts val="0"/>
              </a:spcAft>
              <a:buSzPts val="1100"/>
              <a:buNone/>
              <a:defRPr/>
            </a:lvl5pPr>
            <a:lvl6pPr lvl="5" algn="l" rtl="0">
              <a:lnSpc>
                <a:spcPct val="100000"/>
              </a:lnSpc>
              <a:spcBef>
                <a:spcPts val="0"/>
              </a:spcBef>
              <a:spcAft>
                <a:spcPts val="0"/>
              </a:spcAft>
              <a:buSzPts val="1100"/>
              <a:buNone/>
              <a:defRPr/>
            </a:lvl6pPr>
            <a:lvl7pPr lvl="6" algn="l" rtl="0">
              <a:lnSpc>
                <a:spcPct val="100000"/>
              </a:lnSpc>
              <a:spcBef>
                <a:spcPts val="0"/>
              </a:spcBef>
              <a:spcAft>
                <a:spcPts val="0"/>
              </a:spcAft>
              <a:buSzPts val="1100"/>
              <a:buNone/>
              <a:defRPr/>
            </a:lvl7pPr>
            <a:lvl8pPr lvl="7" algn="l" rtl="0">
              <a:lnSpc>
                <a:spcPct val="100000"/>
              </a:lnSpc>
              <a:spcBef>
                <a:spcPts val="0"/>
              </a:spcBef>
              <a:spcAft>
                <a:spcPts val="0"/>
              </a:spcAft>
              <a:buSzPts val="1100"/>
              <a:buNone/>
              <a:defRPr/>
            </a:lvl8pPr>
            <a:lvl9pPr lvl="8" algn="l" rtl="0">
              <a:lnSpc>
                <a:spcPct val="100000"/>
              </a:lnSpc>
              <a:spcBef>
                <a:spcPts val="0"/>
              </a:spcBef>
              <a:spcAft>
                <a:spcPts val="0"/>
              </a:spcAft>
              <a:buSzPts val="1100"/>
              <a:buNone/>
              <a:defRPr/>
            </a:lvl9pPr>
          </a:lstStyle>
          <a:p/>
        </p:txBody>
      </p:sp>
      <p:sp>
        <p:nvSpPr>
          <p:cNvPr id="70" name="Google Shape;70;p15"/>
          <p:cNvSpPr txBox="1"/>
          <p:nvPr>
            <p:ph type="body" idx="1"/>
          </p:nvPr>
        </p:nvSpPr>
        <p:spPr>
          <a:xfrm>
            <a:off x="238270" y="1838388"/>
            <a:ext cx="8667300" cy="3093300"/>
          </a:xfrm>
          <a:prstGeom prst="rect">
            <a:avLst/>
          </a:prstGeom>
          <a:noFill/>
          <a:ln>
            <a:noFill/>
          </a:ln>
        </p:spPr>
        <p:txBody>
          <a:bodyPr spcFirstLastPara="1" wrap="square" lIns="0" tIns="0" rIns="0" bIns="0" anchor="t" anchorCtr="0">
            <a:noAutofit/>
          </a:bodyPr>
          <a:lstStyle>
            <a:lvl1pPr marL="457200" lvl="0" indent="-228600" algn="l" rtl="0">
              <a:lnSpc>
                <a:spcPct val="90000"/>
              </a:lnSpc>
              <a:spcBef>
                <a:spcPts val="800"/>
              </a:spcBef>
              <a:spcAft>
                <a:spcPts val="0"/>
              </a:spcAft>
              <a:buSzPts val="2100"/>
              <a:buNone/>
              <a:defRPr b="0" i="0">
                <a:solidFill>
                  <a:schemeClr val="dk1"/>
                </a:solidFill>
              </a:defRPr>
            </a:lvl1pPr>
            <a:lvl2pPr marL="914400" lvl="1" indent="-228600" algn="l" rtl="0">
              <a:lnSpc>
                <a:spcPct val="90000"/>
              </a:lnSpc>
              <a:spcBef>
                <a:spcPts val="400"/>
              </a:spcBef>
              <a:spcAft>
                <a:spcPts val="0"/>
              </a:spcAft>
              <a:buSzPts val="1800"/>
              <a:buNone/>
              <a:defRPr/>
            </a:lvl2pPr>
            <a:lvl3pPr marL="1371600" lvl="2" indent="-228600" algn="l" rtl="0">
              <a:lnSpc>
                <a:spcPct val="90000"/>
              </a:lnSpc>
              <a:spcBef>
                <a:spcPts val="400"/>
              </a:spcBef>
              <a:spcAft>
                <a:spcPts val="0"/>
              </a:spcAft>
              <a:buSzPts val="1500"/>
              <a:buNone/>
              <a:defRPr/>
            </a:lvl3pPr>
            <a:lvl4pPr marL="1828800" lvl="3" indent="-228600" algn="l" rtl="0">
              <a:lnSpc>
                <a:spcPct val="90000"/>
              </a:lnSpc>
              <a:spcBef>
                <a:spcPts val="400"/>
              </a:spcBef>
              <a:spcAft>
                <a:spcPts val="0"/>
              </a:spcAft>
              <a:buSzPts val="1400"/>
              <a:buNone/>
              <a:defRPr/>
            </a:lvl4pPr>
            <a:lvl5pPr marL="2286000" lvl="4" indent="-228600" algn="l" rtl="0">
              <a:lnSpc>
                <a:spcPct val="90000"/>
              </a:lnSpc>
              <a:spcBef>
                <a:spcPts val="400"/>
              </a:spcBef>
              <a:spcAft>
                <a:spcPts val="0"/>
              </a:spcAft>
              <a:buSzPts val="1400"/>
              <a:buNone/>
              <a:defRPr/>
            </a:lvl5pPr>
            <a:lvl6pPr marL="2743200" lvl="5" indent="-228600" algn="l" rtl="0">
              <a:lnSpc>
                <a:spcPct val="90000"/>
              </a:lnSpc>
              <a:spcBef>
                <a:spcPts val="400"/>
              </a:spcBef>
              <a:spcAft>
                <a:spcPts val="0"/>
              </a:spcAft>
              <a:buSzPts val="1400"/>
              <a:buNone/>
              <a:defRPr/>
            </a:lvl6pPr>
            <a:lvl7pPr marL="3200400" lvl="6" indent="-228600" algn="l" rtl="0">
              <a:lnSpc>
                <a:spcPct val="90000"/>
              </a:lnSpc>
              <a:spcBef>
                <a:spcPts val="400"/>
              </a:spcBef>
              <a:spcAft>
                <a:spcPts val="0"/>
              </a:spcAft>
              <a:buSzPts val="1400"/>
              <a:buNone/>
              <a:defRPr/>
            </a:lvl7pPr>
            <a:lvl8pPr marL="3657600" lvl="7" indent="-228600" algn="l" rtl="0">
              <a:lnSpc>
                <a:spcPct val="90000"/>
              </a:lnSpc>
              <a:spcBef>
                <a:spcPts val="400"/>
              </a:spcBef>
              <a:spcAft>
                <a:spcPts val="0"/>
              </a:spcAft>
              <a:buSzPts val="1400"/>
              <a:buNone/>
              <a:defRPr/>
            </a:lvl8pPr>
            <a:lvl9pPr marL="4114800" lvl="8" indent="-228600" algn="l" rtl="0">
              <a:lnSpc>
                <a:spcPct val="90000"/>
              </a:lnSpc>
              <a:spcBef>
                <a:spcPts val="400"/>
              </a:spcBef>
              <a:spcAft>
                <a:spcPts val="0"/>
              </a:spcAft>
              <a:buSzPts val="1400"/>
              <a:buNone/>
              <a:defRPr/>
            </a:lvl9pPr>
          </a:lstStyle>
          <a:p/>
        </p:txBody>
      </p:sp>
      <p:sp>
        <p:nvSpPr>
          <p:cNvPr id="71" name="Google Shape;71;p15"/>
          <p:cNvSpPr txBox="1"/>
          <p:nvPr>
            <p:ph type="ftr" idx="11"/>
          </p:nvPr>
        </p:nvSpPr>
        <p:spPr>
          <a:xfrm>
            <a:off x="3108960" y="4783455"/>
            <a:ext cx="2926200" cy="257400"/>
          </a:xfrm>
          <a:prstGeom prst="rect">
            <a:avLst/>
          </a:prstGeom>
          <a:noFill/>
          <a:ln>
            <a:noFill/>
          </a:ln>
        </p:spPr>
        <p:txBody>
          <a:bodyPr spcFirstLastPara="1" wrap="square" lIns="0" tIns="0" rIns="0" bIns="0" anchor="t" anchorCtr="0">
            <a:noAutofit/>
          </a:bodyPr>
          <a:lstStyle>
            <a:lvl1pPr lvl="0" algn="ctr" rtl="0">
              <a:lnSpc>
                <a:spcPct val="100000"/>
              </a:lnSpc>
              <a:spcBef>
                <a:spcPts val="0"/>
              </a:spcBef>
              <a:spcAft>
                <a:spcPts val="0"/>
              </a:spcAft>
              <a:buSzPts val="1100"/>
              <a:buNone/>
              <a:defRPr>
                <a:solidFill>
                  <a:srgbClr val="888888"/>
                </a:solidFill>
              </a:defRPr>
            </a:lvl1pPr>
            <a:lvl2pPr lvl="1" algn="l" rtl="0">
              <a:lnSpc>
                <a:spcPct val="100000"/>
              </a:lnSpc>
              <a:spcBef>
                <a:spcPts val="0"/>
              </a:spcBef>
              <a:spcAft>
                <a:spcPts val="0"/>
              </a:spcAft>
              <a:buSzPts val="1100"/>
              <a:buNone/>
              <a:defRPr/>
            </a:lvl2pPr>
            <a:lvl3pPr lvl="2" algn="l" rtl="0">
              <a:lnSpc>
                <a:spcPct val="100000"/>
              </a:lnSpc>
              <a:spcBef>
                <a:spcPts val="0"/>
              </a:spcBef>
              <a:spcAft>
                <a:spcPts val="0"/>
              </a:spcAft>
              <a:buSzPts val="1100"/>
              <a:buNone/>
              <a:defRPr/>
            </a:lvl3pPr>
            <a:lvl4pPr lvl="3" algn="l" rtl="0">
              <a:lnSpc>
                <a:spcPct val="100000"/>
              </a:lnSpc>
              <a:spcBef>
                <a:spcPts val="0"/>
              </a:spcBef>
              <a:spcAft>
                <a:spcPts val="0"/>
              </a:spcAft>
              <a:buSzPts val="1100"/>
              <a:buNone/>
              <a:defRPr/>
            </a:lvl4pPr>
            <a:lvl5pPr lvl="4" algn="l" rtl="0">
              <a:lnSpc>
                <a:spcPct val="100000"/>
              </a:lnSpc>
              <a:spcBef>
                <a:spcPts val="0"/>
              </a:spcBef>
              <a:spcAft>
                <a:spcPts val="0"/>
              </a:spcAft>
              <a:buSzPts val="1100"/>
              <a:buNone/>
              <a:defRPr/>
            </a:lvl5pPr>
            <a:lvl6pPr lvl="5" algn="l" rtl="0">
              <a:lnSpc>
                <a:spcPct val="100000"/>
              </a:lnSpc>
              <a:spcBef>
                <a:spcPts val="0"/>
              </a:spcBef>
              <a:spcAft>
                <a:spcPts val="0"/>
              </a:spcAft>
              <a:buSzPts val="1100"/>
              <a:buNone/>
              <a:defRPr/>
            </a:lvl6pPr>
            <a:lvl7pPr lvl="6" algn="l" rtl="0">
              <a:lnSpc>
                <a:spcPct val="100000"/>
              </a:lnSpc>
              <a:spcBef>
                <a:spcPts val="0"/>
              </a:spcBef>
              <a:spcAft>
                <a:spcPts val="0"/>
              </a:spcAft>
              <a:buSzPts val="1100"/>
              <a:buNone/>
              <a:defRPr/>
            </a:lvl7pPr>
            <a:lvl8pPr lvl="7" algn="l" rtl="0">
              <a:lnSpc>
                <a:spcPct val="100000"/>
              </a:lnSpc>
              <a:spcBef>
                <a:spcPts val="0"/>
              </a:spcBef>
              <a:spcAft>
                <a:spcPts val="0"/>
              </a:spcAft>
              <a:buSzPts val="1100"/>
              <a:buNone/>
              <a:defRPr/>
            </a:lvl8pPr>
            <a:lvl9pPr lvl="8" algn="l" rtl="0">
              <a:lnSpc>
                <a:spcPct val="100000"/>
              </a:lnSpc>
              <a:spcBef>
                <a:spcPts val="0"/>
              </a:spcBef>
              <a:spcAft>
                <a:spcPts val="0"/>
              </a:spcAft>
              <a:buSzPts val="1100"/>
              <a:buNone/>
              <a:defRPr/>
            </a:lvl9pPr>
          </a:lstStyle>
          <a:p/>
        </p:txBody>
      </p:sp>
      <p:sp>
        <p:nvSpPr>
          <p:cNvPr id="72" name="Google Shape;72;p15"/>
          <p:cNvSpPr txBox="1"/>
          <p:nvPr>
            <p:ph type="dt" idx="10"/>
          </p:nvPr>
        </p:nvSpPr>
        <p:spPr>
          <a:xfrm>
            <a:off x="457200" y="4783455"/>
            <a:ext cx="2103000" cy="257400"/>
          </a:xfrm>
          <a:prstGeom prst="rect">
            <a:avLst/>
          </a:prstGeom>
          <a:noFill/>
          <a:ln>
            <a:noFill/>
          </a:ln>
        </p:spPr>
        <p:txBody>
          <a:bodyPr spcFirstLastPara="1" wrap="square" lIns="0" tIns="0" rIns="0" bIns="0" anchor="t" anchorCtr="0">
            <a:noAutofit/>
          </a:bodyPr>
          <a:lstStyle>
            <a:lvl1pPr lvl="0" algn="l" rtl="0">
              <a:lnSpc>
                <a:spcPct val="100000"/>
              </a:lnSpc>
              <a:spcBef>
                <a:spcPts val="0"/>
              </a:spcBef>
              <a:spcAft>
                <a:spcPts val="0"/>
              </a:spcAft>
              <a:buSzPts val="1100"/>
              <a:buNone/>
              <a:defRPr>
                <a:solidFill>
                  <a:srgbClr val="888888"/>
                </a:solidFill>
              </a:defRPr>
            </a:lvl1pPr>
            <a:lvl2pPr lvl="1" algn="l" rtl="0">
              <a:lnSpc>
                <a:spcPct val="100000"/>
              </a:lnSpc>
              <a:spcBef>
                <a:spcPts val="0"/>
              </a:spcBef>
              <a:spcAft>
                <a:spcPts val="0"/>
              </a:spcAft>
              <a:buSzPts val="1100"/>
              <a:buNone/>
              <a:defRPr/>
            </a:lvl2pPr>
            <a:lvl3pPr lvl="2" algn="l" rtl="0">
              <a:lnSpc>
                <a:spcPct val="100000"/>
              </a:lnSpc>
              <a:spcBef>
                <a:spcPts val="0"/>
              </a:spcBef>
              <a:spcAft>
                <a:spcPts val="0"/>
              </a:spcAft>
              <a:buSzPts val="1100"/>
              <a:buNone/>
              <a:defRPr/>
            </a:lvl3pPr>
            <a:lvl4pPr lvl="3" algn="l" rtl="0">
              <a:lnSpc>
                <a:spcPct val="100000"/>
              </a:lnSpc>
              <a:spcBef>
                <a:spcPts val="0"/>
              </a:spcBef>
              <a:spcAft>
                <a:spcPts val="0"/>
              </a:spcAft>
              <a:buSzPts val="1100"/>
              <a:buNone/>
              <a:defRPr/>
            </a:lvl4pPr>
            <a:lvl5pPr lvl="4" algn="l" rtl="0">
              <a:lnSpc>
                <a:spcPct val="100000"/>
              </a:lnSpc>
              <a:spcBef>
                <a:spcPts val="0"/>
              </a:spcBef>
              <a:spcAft>
                <a:spcPts val="0"/>
              </a:spcAft>
              <a:buSzPts val="1100"/>
              <a:buNone/>
              <a:defRPr/>
            </a:lvl5pPr>
            <a:lvl6pPr lvl="5" algn="l" rtl="0">
              <a:lnSpc>
                <a:spcPct val="100000"/>
              </a:lnSpc>
              <a:spcBef>
                <a:spcPts val="0"/>
              </a:spcBef>
              <a:spcAft>
                <a:spcPts val="0"/>
              </a:spcAft>
              <a:buSzPts val="1100"/>
              <a:buNone/>
              <a:defRPr/>
            </a:lvl6pPr>
            <a:lvl7pPr lvl="6" algn="l" rtl="0">
              <a:lnSpc>
                <a:spcPct val="100000"/>
              </a:lnSpc>
              <a:spcBef>
                <a:spcPts val="0"/>
              </a:spcBef>
              <a:spcAft>
                <a:spcPts val="0"/>
              </a:spcAft>
              <a:buSzPts val="1100"/>
              <a:buNone/>
              <a:defRPr/>
            </a:lvl7pPr>
            <a:lvl8pPr lvl="7" algn="l" rtl="0">
              <a:lnSpc>
                <a:spcPct val="100000"/>
              </a:lnSpc>
              <a:spcBef>
                <a:spcPts val="0"/>
              </a:spcBef>
              <a:spcAft>
                <a:spcPts val="0"/>
              </a:spcAft>
              <a:buSzPts val="1100"/>
              <a:buNone/>
              <a:defRPr/>
            </a:lvl8pPr>
            <a:lvl9pPr lvl="8" algn="l" rtl="0">
              <a:lnSpc>
                <a:spcPct val="100000"/>
              </a:lnSpc>
              <a:spcBef>
                <a:spcPts val="0"/>
              </a:spcBef>
              <a:spcAft>
                <a:spcPts val="0"/>
              </a:spcAft>
              <a:buSzPts val="1100"/>
              <a:buNone/>
              <a:defRPr/>
            </a:lvl9pPr>
          </a:lstStyle>
          <a:p/>
        </p:txBody>
      </p:sp>
      <p:sp>
        <p:nvSpPr>
          <p:cNvPr id="73" name="Google Shape;73;p15"/>
          <p:cNvSpPr txBox="1"/>
          <p:nvPr>
            <p:ph type="sldNum" idx="12"/>
          </p:nvPr>
        </p:nvSpPr>
        <p:spPr>
          <a:xfrm>
            <a:off x="6583680" y="4783455"/>
            <a:ext cx="2103000" cy="257400"/>
          </a:xfrm>
          <a:prstGeom prst="rect">
            <a:avLst/>
          </a:prstGeom>
          <a:noFill/>
          <a:ln>
            <a:noFill/>
          </a:ln>
        </p:spPr>
        <p:txBody>
          <a:bodyPr spcFirstLastPara="1" wrap="square" lIns="0" tIns="0" rIns="0" bIns="0" anchor="t" anchorCtr="0">
            <a:noAutofit/>
          </a:bodyPr>
          <a:lstStyle>
            <a:lvl1pPr marL="0" marR="0" lvl="0" indent="0" algn="r" rtl="0">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lnSpc>
                <a:spcPct val="100000"/>
              </a:lnSpc>
              <a:spcBef>
                <a:spcPts val="0"/>
              </a:spcBef>
              <a:spcAft>
                <a:spcPts val="0"/>
              </a:spcAft>
              <a:buClr>
                <a:srgbClr val="000000"/>
              </a:buClr>
              <a:buSzPts val="900"/>
              <a:buFont typeface="Arial" panose="020B0604020202020204"/>
              <a:buNone/>
              <a:defRPr sz="9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1600"/>
              </a:spcBef>
              <a:spcAft>
                <a:spcPts val="0"/>
              </a:spcAft>
              <a:buClr>
                <a:schemeClr val="dk2"/>
              </a:buClr>
              <a:buSzPts val="1400"/>
              <a:buChar char="○"/>
              <a:defRPr>
                <a:solidFill>
                  <a:schemeClr val="dk2"/>
                </a:solidFill>
              </a:defRPr>
            </a:lvl2pPr>
            <a:lvl3pPr marL="1371600" lvl="2" indent="-317500">
              <a:lnSpc>
                <a:spcPct val="115000"/>
              </a:lnSpc>
              <a:spcBef>
                <a:spcPts val="1600"/>
              </a:spcBef>
              <a:spcAft>
                <a:spcPts val="0"/>
              </a:spcAft>
              <a:buClr>
                <a:schemeClr val="dk2"/>
              </a:buClr>
              <a:buSzPts val="1400"/>
              <a:buChar char="■"/>
              <a:defRPr>
                <a:solidFill>
                  <a:schemeClr val="dk2"/>
                </a:solidFill>
              </a:defRPr>
            </a:lvl3pPr>
            <a:lvl4pPr marL="1828800" lvl="3" indent="-317500">
              <a:lnSpc>
                <a:spcPct val="115000"/>
              </a:lnSpc>
              <a:spcBef>
                <a:spcPts val="1600"/>
              </a:spcBef>
              <a:spcAft>
                <a:spcPts val="0"/>
              </a:spcAft>
              <a:buClr>
                <a:schemeClr val="dk2"/>
              </a:buClr>
              <a:buSzPts val="1400"/>
              <a:buChar char="●"/>
              <a:defRPr>
                <a:solidFill>
                  <a:schemeClr val="dk2"/>
                </a:solidFill>
              </a:defRPr>
            </a:lvl4pPr>
            <a:lvl5pPr marL="2286000" lvl="4" indent="-317500">
              <a:lnSpc>
                <a:spcPct val="115000"/>
              </a:lnSpc>
              <a:spcBef>
                <a:spcPts val="1600"/>
              </a:spcBef>
              <a:spcAft>
                <a:spcPts val="0"/>
              </a:spcAft>
              <a:buClr>
                <a:schemeClr val="dk2"/>
              </a:buClr>
              <a:buSzPts val="1400"/>
              <a:buChar char="○"/>
              <a:defRPr>
                <a:solidFill>
                  <a:schemeClr val="dk2"/>
                </a:solidFill>
              </a:defRPr>
            </a:lvl5pPr>
            <a:lvl6pPr marL="2743200" lvl="5" indent="-317500">
              <a:lnSpc>
                <a:spcPct val="115000"/>
              </a:lnSpc>
              <a:spcBef>
                <a:spcPts val="1600"/>
              </a:spcBef>
              <a:spcAft>
                <a:spcPts val="0"/>
              </a:spcAft>
              <a:buClr>
                <a:schemeClr val="dk2"/>
              </a:buClr>
              <a:buSzPts val="1400"/>
              <a:buChar char="■"/>
              <a:defRPr>
                <a:solidFill>
                  <a:schemeClr val="dk2"/>
                </a:solidFill>
              </a:defRPr>
            </a:lvl6pPr>
            <a:lvl7pPr marL="3200400" lvl="6" indent="-317500">
              <a:lnSpc>
                <a:spcPct val="115000"/>
              </a:lnSpc>
              <a:spcBef>
                <a:spcPts val="1600"/>
              </a:spcBef>
              <a:spcAft>
                <a:spcPts val="0"/>
              </a:spcAft>
              <a:buClr>
                <a:schemeClr val="dk2"/>
              </a:buClr>
              <a:buSzPts val="1400"/>
              <a:buChar char="●"/>
              <a:defRPr>
                <a:solidFill>
                  <a:schemeClr val="dk2"/>
                </a:solidFill>
              </a:defRPr>
            </a:lvl7pPr>
            <a:lvl8pPr marL="3657600" lvl="7" indent="-317500">
              <a:lnSpc>
                <a:spcPct val="115000"/>
              </a:lnSpc>
              <a:spcBef>
                <a:spcPts val="1600"/>
              </a:spcBef>
              <a:spcAft>
                <a:spcPts val="0"/>
              </a:spcAft>
              <a:buClr>
                <a:schemeClr val="dk2"/>
              </a:buClr>
              <a:buSzPts val="1400"/>
              <a:buChar char="○"/>
              <a:defRPr>
                <a:solidFill>
                  <a:schemeClr val="dk2"/>
                </a:solidFill>
              </a:defRPr>
            </a:lvl8pPr>
            <a:lvl9pPr marL="4114800" lvl="8" indent="-3175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US"/>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image" Target="../media/image6.png"/></Relationships>
</file>

<file path=ppt/slides/_rels/slide2.xml.rels><?xml version="1.0" encoding="UTF-8" standalone="yes"?>
<Relationships xmlns="http://schemas.openxmlformats.org/package/2006/relationships"><Relationship Id="rId6" Type="http://schemas.openxmlformats.org/officeDocument/2006/relationships/notesSlide" Target="../notesSlides/notesSlide2.xml"/><Relationship Id="rId5" Type="http://schemas.openxmlformats.org/officeDocument/2006/relationships/slideLayout" Target="../slideLayouts/slideLayout13.xml"/><Relationship Id="rId4" Type="http://schemas.openxmlformats.org/officeDocument/2006/relationships/image" Target="../media/image10.png"/><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jpeg"/></Relationships>
</file>

<file path=ppt/slides/_rels/slide3.xml.rels><?xml version="1.0" encoding="UTF-8" standalone="yes"?>
<Relationships xmlns="http://schemas.openxmlformats.org/package/2006/relationships"><Relationship Id="rId7" Type="http://schemas.openxmlformats.org/officeDocument/2006/relationships/notesSlide" Target="../notesSlides/notesSlide3.xml"/><Relationship Id="rId6" Type="http://schemas.openxmlformats.org/officeDocument/2006/relationships/slideLayout" Target="../slideLayouts/slideLayout12.xml"/><Relationship Id="rId5" Type="http://schemas.openxmlformats.org/officeDocument/2006/relationships/image" Target="../media/image9.png"/><Relationship Id="rId4" Type="http://schemas.openxmlformats.org/officeDocument/2006/relationships/image" Target="../media/image13.png"/><Relationship Id="rId3" Type="http://schemas.openxmlformats.org/officeDocument/2006/relationships/hyperlink" Target="http://bit.ly/codingdip" TargetMode="External"/><Relationship Id="rId2" Type="http://schemas.openxmlformats.org/officeDocument/2006/relationships/image" Target="../media/image12.png"/><Relationship Id="rId1" Type="http://schemas.openxmlformats.org/officeDocument/2006/relationships/image" Target="../media/image11.jpeg"/></Relationships>
</file>

<file path=ppt/slides/_rels/slide4.xml.rels><?xml version="1.0" encoding="UTF-8" standalone="yes"?>
<Relationships xmlns="http://schemas.openxmlformats.org/package/2006/relationships"><Relationship Id="rId8" Type="http://schemas.openxmlformats.org/officeDocument/2006/relationships/notesSlide" Target="../notesSlides/notesSlide4.xml"/><Relationship Id="rId7" Type="http://schemas.openxmlformats.org/officeDocument/2006/relationships/slideLayout" Target="../slideLayouts/slideLayout14.xml"/><Relationship Id="rId6" Type="http://schemas.openxmlformats.org/officeDocument/2006/relationships/image" Target="../media/image9.png"/><Relationship Id="rId5" Type="http://schemas.openxmlformats.org/officeDocument/2006/relationships/image" Target="../media/image18.png"/><Relationship Id="rId4" Type="http://schemas.openxmlformats.org/officeDocument/2006/relationships/image" Target="../media/image17.png"/><Relationship Id="rId3" Type="http://schemas.openxmlformats.org/officeDocument/2006/relationships/image" Target="../media/image16.png"/><Relationship Id="rId2" Type="http://schemas.openxmlformats.org/officeDocument/2006/relationships/image" Target="../media/image15.jpeg"/><Relationship Id="rId1" Type="http://schemas.openxmlformats.org/officeDocument/2006/relationships/image" Target="../media/image14.jpeg"/></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12.xm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hyperlink" Target="http://bit.ly/codingdip" TargetMode="External"/></Relationships>
</file>

<file path=ppt/slides/_rels/slide6.xml.rels><?xml version="1.0" encoding="UTF-8" standalone="yes"?>
<Relationships xmlns="http://schemas.openxmlformats.org/package/2006/relationships"><Relationship Id="rId6" Type="http://schemas.openxmlformats.org/officeDocument/2006/relationships/notesSlide" Target="../notesSlides/notesSlide6.xml"/><Relationship Id="rId5" Type="http://schemas.openxmlformats.org/officeDocument/2006/relationships/slideLayout" Target="../slideLayouts/slideLayout1.xml"/><Relationship Id="rId4" Type="http://schemas.openxmlformats.org/officeDocument/2006/relationships/image" Target="../media/image9.png"/><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image" Target="../media/image19.png"/></Relationships>
</file>

<file path=ppt/slides/_rels/slide7.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12.xm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jpeg"/></Relationships>
</file>

<file path=ppt/slides/_rels/slide8.xml.rels><?xml version="1.0" encoding="UTF-8" standalone="yes"?>
<Relationships xmlns="http://schemas.openxmlformats.org/package/2006/relationships"><Relationship Id="rId9" Type="http://schemas.openxmlformats.org/officeDocument/2006/relationships/image" Target="../media/image25.png"/><Relationship Id="rId8" Type="http://schemas.openxmlformats.org/officeDocument/2006/relationships/image" Target="../media/image24.png"/><Relationship Id="rId7" Type="http://schemas.openxmlformats.org/officeDocument/2006/relationships/image" Target="../media/image23.png"/><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 Id="rId3" Type="http://schemas.openxmlformats.org/officeDocument/2006/relationships/image" Target="../media/image9.png"/><Relationship Id="rId2" Type="http://schemas.openxmlformats.org/officeDocument/2006/relationships/image" Target="../media/image8.png"/><Relationship Id="rId14" Type="http://schemas.openxmlformats.org/officeDocument/2006/relationships/notesSlide" Target="../notesSlides/notesSlide8.xml"/><Relationship Id="rId13" Type="http://schemas.openxmlformats.org/officeDocument/2006/relationships/slideLayout" Target="../slideLayouts/slideLayout12.xml"/><Relationship Id="rId12" Type="http://schemas.openxmlformats.org/officeDocument/2006/relationships/hyperlink" Target="https://github.com/golang/go/wiki/GoUsers" TargetMode="External"/><Relationship Id="rId11" Type="http://schemas.openxmlformats.org/officeDocument/2006/relationships/image" Target="../media/image27.png"/><Relationship Id="rId10" Type="http://schemas.openxmlformats.org/officeDocument/2006/relationships/image" Target="../media/image26.png"/><Relationship Id="rId1" Type="http://schemas.openxmlformats.org/officeDocument/2006/relationships/image" Target="../media/image7.jpeg"/></Relationships>
</file>

<file path=ppt/slides/_rels/slide9.xml.rels><?xml version="1.0" encoding="UTF-8" standalone="yes"?>
<Relationships xmlns="http://schemas.openxmlformats.org/package/2006/relationships"><Relationship Id="rId6" Type="http://schemas.openxmlformats.org/officeDocument/2006/relationships/notesSlide" Target="../notesSlides/notesSlide9.xml"/><Relationship Id="rId5" Type="http://schemas.openxmlformats.org/officeDocument/2006/relationships/slideLayout" Target="../slideLayouts/slideLayout13.xml"/><Relationship Id="rId4" Type="http://schemas.openxmlformats.org/officeDocument/2006/relationships/image" Target="../media/image28.png"/><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jpeg"/></Relationships>
</file>

<file path=ppt/slides/_rels/slide10.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slideLayout" Target="../slideLayouts/slideLayout12.xm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jpeg"/></Relationships>
</file>

<file path=ppt/slides/_rels/slide11.xml.rels><?xml version="1.0" encoding="UTF-8" standalone="yes"?>
<Relationships xmlns="http://schemas.openxmlformats.org/package/2006/relationships"><Relationship Id="rId6" Type="http://schemas.openxmlformats.org/officeDocument/2006/relationships/notesSlide" Target="../notesSlides/notesSlide11.xml"/><Relationship Id="rId5" Type="http://schemas.openxmlformats.org/officeDocument/2006/relationships/slideLayout" Target="../slideLayouts/slideLayout12.xml"/><Relationship Id="rId4" Type="http://schemas.openxmlformats.org/officeDocument/2006/relationships/hyperlink" Target="https://blog.golang.org/generics-next-step" TargetMode="Externa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jpeg"/></Relationships>
</file>

<file path=ppt/slides/_rels/slide12.xml.rels><?xml version="1.0" encoding="UTF-8" standalone="yes"?>
<Relationships xmlns="http://schemas.openxmlformats.org/package/2006/relationships"><Relationship Id="rId7" Type="http://schemas.openxmlformats.org/officeDocument/2006/relationships/notesSlide" Target="../notesSlides/notesSlide12.xml"/><Relationship Id="rId6" Type="http://schemas.openxmlformats.org/officeDocument/2006/relationships/slideLayout" Target="../slideLayouts/slideLayout12.xml"/><Relationship Id="rId5" Type="http://schemas.openxmlformats.org/officeDocument/2006/relationships/image" Target="../media/image29.png"/><Relationship Id="rId4" Type="http://schemas.openxmlformats.org/officeDocument/2006/relationships/hyperlink" Target="https://play.golang.org" TargetMode="Externa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jpeg"/></Relationships>
</file>

<file path=ppt/slides/_rels/slide13.xml.rels><?xml version="1.0" encoding="UTF-8" standalone="yes"?>
<Relationships xmlns="http://schemas.openxmlformats.org/package/2006/relationships"><Relationship Id="rId5" Type="http://schemas.openxmlformats.org/officeDocument/2006/relationships/notesSlide" Target="../notesSlides/notesSlide13.xml"/><Relationship Id="rId4" Type="http://schemas.openxmlformats.org/officeDocument/2006/relationships/slideLayout" Target="../slideLayouts/slideLayout12.xm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jpeg"/></Relationships>
</file>

<file path=ppt/slides/_rels/slide14.xml.rels><?xml version="1.0" encoding="UTF-8" standalone="yes"?>
<Relationships xmlns="http://schemas.openxmlformats.org/package/2006/relationships"><Relationship Id="rId5" Type="http://schemas.openxmlformats.org/officeDocument/2006/relationships/notesSlide" Target="../notesSlides/notesSlide14.xml"/><Relationship Id="rId4" Type="http://schemas.openxmlformats.org/officeDocument/2006/relationships/slideLayout" Target="../slideLayouts/slideLayout12.xm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jpeg"/></Relationships>
</file>

<file path=ppt/slides/_rels/slide15.xml.rels><?xml version="1.0" encoding="UTF-8" standalone="yes"?>
<Relationships xmlns="http://schemas.openxmlformats.org/package/2006/relationships"><Relationship Id="rId5" Type="http://schemas.openxmlformats.org/officeDocument/2006/relationships/notesSlide" Target="../notesSlides/notesSlide15.xml"/><Relationship Id="rId4" Type="http://schemas.openxmlformats.org/officeDocument/2006/relationships/slideLayout" Target="../slideLayouts/slideLayout12.xm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jpeg"/></Relationships>
</file>

<file path=ppt/slides/_rels/slide16.xml.rels><?xml version="1.0" encoding="UTF-8" standalone="yes"?>
<Relationships xmlns="http://schemas.openxmlformats.org/package/2006/relationships"><Relationship Id="rId5" Type="http://schemas.openxmlformats.org/officeDocument/2006/relationships/notesSlide" Target="../notesSlides/notesSlide16.xml"/><Relationship Id="rId4" Type="http://schemas.openxmlformats.org/officeDocument/2006/relationships/slideLayout" Target="../slideLayouts/slideLayout12.xm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jpeg"/></Relationships>
</file>

<file path=ppt/slides/_rels/slide17.xml.rels><?xml version="1.0" encoding="UTF-8" standalone="yes"?>
<Relationships xmlns="http://schemas.openxmlformats.org/package/2006/relationships"><Relationship Id="rId5" Type="http://schemas.openxmlformats.org/officeDocument/2006/relationships/notesSlide" Target="../notesSlides/notesSlide17.xml"/><Relationship Id="rId4" Type="http://schemas.openxmlformats.org/officeDocument/2006/relationships/slideLayout" Target="../slideLayouts/slideLayout12.xm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jpeg"/></Relationships>
</file>

<file path=ppt/slides/_rels/slide18.xml.rels><?xml version="1.0" encoding="UTF-8" standalone="yes"?>
<Relationships xmlns="http://schemas.openxmlformats.org/package/2006/relationships"><Relationship Id="rId5" Type="http://schemas.openxmlformats.org/officeDocument/2006/relationships/notesSlide" Target="../notesSlides/notesSlide18.xml"/><Relationship Id="rId4" Type="http://schemas.openxmlformats.org/officeDocument/2006/relationships/slideLayout" Target="../slideLayouts/slideLayout12.xm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jpeg"/></Relationships>
</file>

<file path=ppt/slides/_rels/slide19.xml.rels><?xml version="1.0" encoding="UTF-8" standalone="yes"?>
<Relationships xmlns="http://schemas.openxmlformats.org/package/2006/relationships"><Relationship Id="rId8" Type="http://schemas.openxmlformats.org/officeDocument/2006/relationships/notesSlide" Target="../notesSlides/notesSlide19.xml"/><Relationship Id="rId7" Type="http://schemas.openxmlformats.org/officeDocument/2006/relationships/slideLayout" Target="../slideLayouts/slideLayout12.xml"/><Relationship Id="rId6" Type="http://schemas.openxmlformats.org/officeDocument/2006/relationships/hyperlink" Target="https://play.golang.org/p/Ihzn3bv8on-" TargetMode="External"/><Relationship Id="rId5" Type="http://schemas.openxmlformats.org/officeDocument/2006/relationships/hyperlink" Target="https://play.golang.org/p/0Jrr7VTchT0" TargetMode="External"/><Relationship Id="rId4" Type="http://schemas.openxmlformats.org/officeDocument/2006/relationships/hyperlink" Target="https://golang.org/pkg/fmt/#Printf" TargetMode="Externa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jpeg"/></Relationships>
</file>

<file path=ppt/slides/_rels/slide20.xml.rels><?xml version="1.0" encoding="UTF-8" standalone="yes"?>
<Relationships xmlns="http://schemas.openxmlformats.org/package/2006/relationships"><Relationship Id="rId5" Type="http://schemas.openxmlformats.org/officeDocument/2006/relationships/notesSlide" Target="../notesSlides/notesSlide20.xml"/><Relationship Id="rId4" Type="http://schemas.openxmlformats.org/officeDocument/2006/relationships/slideLayout" Target="../slideLayouts/slideLayout12.xm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jpeg"/></Relationships>
</file>

<file path=ppt/slides/_rels/slide21.xml.rels><?xml version="1.0" encoding="UTF-8" standalone="yes"?>
<Relationships xmlns="http://schemas.openxmlformats.org/package/2006/relationships"><Relationship Id="rId5" Type="http://schemas.openxmlformats.org/officeDocument/2006/relationships/notesSlide" Target="../notesSlides/notesSlide21.xml"/><Relationship Id="rId4" Type="http://schemas.openxmlformats.org/officeDocument/2006/relationships/slideLayout" Target="../slideLayouts/slideLayout12.xm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jpeg"/></Relationships>
</file>

<file path=ppt/slides/_rels/slide22.xml.rels><?xml version="1.0" encoding="UTF-8" standalone="yes"?>
<Relationships xmlns="http://schemas.openxmlformats.org/package/2006/relationships"><Relationship Id="rId5" Type="http://schemas.openxmlformats.org/officeDocument/2006/relationships/notesSlide" Target="../notesSlides/notesSlide22.xml"/><Relationship Id="rId4" Type="http://schemas.openxmlformats.org/officeDocument/2006/relationships/slideLayout" Target="../slideLayouts/slideLayout12.xm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jpeg"/></Relationships>
</file>

<file path=ppt/slides/_rels/slide23.xml.rels><?xml version="1.0" encoding="UTF-8" standalone="yes"?>
<Relationships xmlns="http://schemas.openxmlformats.org/package/2006/relationships"><Relationship Id="rId5" Type="http://schemas.openxmlformats.org/officeDocument/2006/relationships/notesSlide" Target="../notesSlides/notesSlide23.xml"/><Relationship Id="rId4" Type="http://schemas.openxmlformats.org/officeDocument/2006/relationships/slideLayout" Target="../slideLayouts/slideLayout12.xm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jpeg"/></Relationships>
</file>

<file path=ppt/slides/_rels/slide24.xml.rels><?xml version="1.0" encoding="UTF-8" standalone="yes"?>
<Relationships xmlns="http://schemas.openxmlformats.org/package/2006/relationships"><Relationship Id="rId6" Type="http://schemas.openxmlformats.org/officeDocument/2006/relationships/notesSlide" Target="../notesSlides/notesSlide24.xml"/><Relationship Id="rId5" Type="http://schemas.openxmlformats.org/officeDocument/2006/relationships/slideLayout" Target="../slideLayouts/slideLayout12.xml"/><Relationship Id="rId4" Type="http://schemas.openxmlformats.org/officeDocument/2006/relationships/hyperlink" Target="https://play.golang.org/p/4-Kf1h_mCIc" TargetMode="Externa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jpeg"/></Relationships>
</file>

<file path=ppt/slides/_rels/slide25.xml.rels><?xml version="1.0" encoding="UTF-8" standalone="yes"?>
<Relationships xmlns="http://schemas.openxmlformats.org/package/2006/relationships"><Relationship Id="rId5" Type="http://schemas.openxmlformats.org/officeDocument/2006/relationships/notesSlide" Target="../notesSlides/notesSlide25.xml"/><Relationship Id="rId4" Type="http://schemas.openxmlformats.org/officeDocument/2006/relationships/slideLayout" Target="../slideLayouts/slideLayout12.xm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jpeg"/></Relationships>
</file>

<file path=ppt/slides/_rels/slide26.xml.rels><?xml version="1.0" encoding="UTF-8" standalone="yes"?>
<Relationships xmlns="http://schemas.openxmlformats.org/package/2006/relationships"><Relationship Id="rId5" Type="http://schemas.openxmlformats.org/officeDocument/2006/relationships/notesSlide" Target="../notesSlides/notesSlide26.xml"/><Relationship Id="rId4" Type="http://schemas.openxmlformats.org/officeDocument/2006/relationships/slideLayout" Target="../slideLayouts/slideLayout12.xm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jpeg"/></Relationships>
</file>

<file path=ppt/slides/_rels/slide27.xml.rels><?xml version="1.0" encoding="UTF-8" standalone="yes"?>
<Relationships xmlns="http://schemas.openxmlformats.org/package/2006/relationships"><Relationship Id="rId5" Type="http://schemas.openxmlformats.org/officeDocument/2006/relationships/notesSlide" Target="../notesSlides/notesSlide27.xml"/><Relationship Id="rId4" Type="http://schemas.openxmlformats.org/officeDocument/2006/relationships/slideLayout" Target="../slideLayouts/slideLayout12.xm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jpeg"/></Relationships>
</file>

<file path=ppt/slides/_rels/slide28.xml.rels><?xml version="1.0" encoding="UTF-8" standalone="yes"?>
<Relationships xmlns="http://schemas.openxmlformats.org/package/2006/relationships"><Relationship Id="rId6" Type="http://schemas.openxmlformats.org/officeDocument/2006/relationships/notesSlide" Target="../notesSlides/notesSlide28.xml"/><Relationship Id="rId5" Type="http://schemas.openxmlformats.org/officeDocument/2006/relationships/slideLayout" Target="../slideLayouts/slideLayout12.xml"/><Relationship Id="rId4" Type="http://schemas.openxmlformats.org/officeDocument/2006/relationships/image" Target="../media/image9.png"/><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hyperlink" Target="http://example.com/" TargetMode="External"/></Relationships>
</file>

<file path=ppt/slides/_rels/slide29.xml.rels><?xml version="1.0" encoding="UTF-8" standalone="yes"?>
<Relationships xmlns="http://schemas.openxmlformats.org/package/2006/relationships"><Relationship Id="rId7" Type="http://schemas.openxmlformats.org/officeDocument/2006/relationships/notesSlide" Target="../notesSlides/notesSlide29.xml"/><Relationship Id="rId6" Type="http://schemas.openxmlformats.org/officeDocument/2006/relationships/slideLayout" Target="../slideLayouts/slideLayout12.xml"/><Relationship Id="rId5" Type="http://schemas.openxmlformats.org/officeDocument/2006/relationships/hyperlink" Target="https://play.golang.org/p/KxsFsXN22rl" TargetMode="External"/><Relationship Id="rId4" Type="http://schemas.openxmlformats.org/officeDocument/2006/relationships/hyperlink" Target="https://play.golang.org/p/XJMilpAamUv" TargetMode="Externa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jpeg"/></Relationships>
</file>

<file path=ppt/slides/_rels/slide30.xml.rels><?xml version="1.0" encoding="UTF-8" standalone="yes"?>
<Relationships xmlns="http://schemas.openxmlformats.org/package/2006/relationships"><Relationship Id="rId5" Type="http://schemas.openxmlformats.org/officeDocument/2006/relationships/notesSlide" Target="../notesSlides/notesSlide30.xml"/><Relationship Id="rId4" Type="http://schemas.openxmlformats.org/officeDocument/2006/relationships/slideLayout" Target="../slideLayouts/slideLayout12.xm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jpeg"/></Relationships>
</file>

<file path=ppt/slides/_rels/slide31.xml.rels><?xml version="1.0" encoding="UTF-8" standalone="yes"?>
<Relationships xmlns="http://schemas.openxmlformats.org/package/2006/relationships"><Relationship Id="rId5" Type="http://schemas.openxmlformats.org/officeDocument/2006/relationships/notesSlide" Target="../notesSlides/notesSlide31.xml"/><Relationship Id="rId4" Type="http://schemas.openxmlformats.org/officeDocument/2006/relationships/slideLayout" Target="../slideLayouts/slideLayout12.xm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jpeg"/></Relationships>
</file>

<file path=ppt/slides/_rels/slide32.xml.rels><?xml version="1.0" encoding="UTF-8" standalone="yes"?>
<Relationships xmlns="http://schemas.openxmlformats.org/package/2006/relationships"><Relationship Id="rId5" Type="http://schemas.openxmlformats.org/officeDocument/2006/relationships/notesSlide" Target="../notesSlides/notesSlide32.xml"/><Relationship Id="rId4" Type="http://schemas.openxmlformats.org/officeDocument/2006/relationships/slideLayout" Target="../slideLayouts/slideLayout12.xm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jpeg"/></Relationships>
</file>

<file path=ppt/slides/_rels/slide33.xml.rels><?xml version="1.0" encoding="UTF-8" standalone="yes"?>
<Relationships xmlns="http://schemas.openxmlformats.org/package/2006/relationships"><Relationship Id="rId5" Type="http://schemas.openxmlformats.org/officeDocument/2006/relationships/notesSlide" Target="../notesSlides/notesSlide33.xml"/><Relationship Id="rId4" Type="http://schemas.openxmlformats.org/officeDocument/2006/relationships/slideLayout" Target="../slideLayouts/slideLayout12.xm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jpeg"/></Relationships>
</file>

<file path=ppt/slides/_rels/slide34.xml.rels><?xml version="1.0" encoding="UTF-8" standalone="yes"?>
<Relationships xmlns="http://schemas.openxmlformats.org/package/2006/relationships"><Relationship Id="rId5" Type="http://schemas.openxmlformats.org/officeDocument/2006/relationships/notesSlide" Target="../notesSlides/notesSlide34.xml"/><Relationship Id="rId4" Type="http://schemas.openxmlformats.org/officeDocument/2006/relationships/slideLayout" Target="../slideLayouts/slideLayout12.xm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jpeg"/></Relationships>
</file>

<file path=ppt/slides/_rels/slide35.xml.rels><?xml version="1.0" encoding="UTF-8" standalone="yes"?>
<Relationships xmlns="http://schemas.openxmlformats.org/package/2006/relationships"><Relationship Id="rId5" Type="http://schemas.openxmlformats.org/officeDocument/2006/relationships/notesSlide" Target="../notesSlides/notesSlide35.xml"/><Relationship Id="rId4" Type="http://schemas.openxmlformats.org/officeDocument/2006/relationships/slideLayout" Target="../slideLayouts/slideLayout12.xm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jpeg"/></Relationships>
</file>

<file path=ppt/slides/_rels/slide36.xml.rels><?xml version="1.0" encoding="UTF-8" standalone="yes"?>
<Relationships xmlns="http://schemas.openxmlformats.org/package/2006/relationships"><Relationship Id="rId5" Type="http://schemas.openxmlformats.org/officeDocument/2006/relationships/notesSlide" Target="../notesSlides/notesSlide36.xml"/><Relationship Id="rId4" Type="http://schemas.openxmlformats.org/officeDocument/2006/relationships/slideLayout" Target="../slideLayouts/slideLayout12.xm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jpeg"/></Relationships>
</file>

<file path=ppt/slides/_rels/slide37.xml.rels><?xml version="1.0" encoding="UTF-8" standalone="yes"?>
<Relationships xmlns="http://schemas.openxmlformats.org/package/2006/relationships"><Relationship Id="rId7" Type="http://schemas.openxmlformats.org/officeDocument/2006/relationships/notesSlide" Target="../notesSlides/notesSlide37.xml"/><Relationship Id="rId6" Type="http://schemas.openxmlformats.org/officeDocument/2006/relationships/slideLayout" Target="../slideLayouts/slideLayout12.xml"/><Relationship Id="rId5" Type="http://schemas.openxmlformats.org/officeDocument/2006/relationships/hyperlink" Target="https://play.golang.org/p/Gp1stCgqq8t" TargetMode="External"/><Relationship Id="rId4" Type="http://schemas.openxmlformats.org/officeDocument/2006/relationships/hyperlink" Target="https://play.golang.org/p/fAAGTfiGihw" TargetMode="Externa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jpeg"/></Relationships>
</file>

<file path=ppt/slides/_rels/slide38.xml.rels><?xml version="1.0" encoding="UTF-8" standalone="yes"?>
<Relationships xmlns="http://schemas.openxmlformats.org/package/2006/relationships"><Relationship Id="rId5" Type="http://schemas.openxmlformats.org/officeDocument/2006/relationships/notesSlide" Target="../notesSlides/notesSlide38.xml"/><Relationship Id="rId4" Type="http://schemas.openxmlformats.org/officeDocument/2006/relationships/slideLayout" Target="../slideLayouts/slideLayout12.xm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jpeg"/></Relationships>
</file>

<file path=ppt/slides/_rels/slide39.xml.rels><?xml version="1.0" encoding="UTF-8" standalone="yes"?>
<Relationships xmlns="http://schemas.openxmlformats.org/package/2006/relationships"><Relationship Id="rId5" Type="http://schemas.openxmlformats.org/officeDocument/2006/relationships/notesSlide" Target="../notesSlides/notesSlide39.xml"/><Relationship Id="rId4" Type="http://schemas.openxmlformats.org/officeDocument/2006/relationships/slideLayout" Target="../slideLayouts/slideLayout12.xm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jpeg"/></Relationships>
</file>

<file path=ppt/slides/_rels/slide40.xml.rels><?xml version="1.0" encoding="UTF-8" standalone="yes"?>
<Relationships xmlns="http://schemas.openxmlformats.org/package/2006/relationships"><Relationship Id="rId7" Type="http://schemas.openxmlformats.org/officeDocument/2006/relationships/notesSlide" Target="../notesSlides/notesSlide40.xml"/><Relationship Id="rId6" Type="http://schemas.openxmlformats.org/officeDocument/2006/relationships/slideLayout" Target="../slideLayouts/slideLayout12.xml"/><Relationship Id="rId5" Type="http://schemas.openxmlformats.org/officeDocument/2006/relationships/hyperlink" Target="https://play.golang.org/p/shT-EAGXFol" TargetMode="External"/><Relationship Id="rId4" Type="http://schemas.openxmlformats.org/officeDocument/2006/relationships/hyperlink" Target="https://play.golang.org/p/CJeEFOJEFeG" TargetMode="Externa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jpeg"/></Relationships>
</file>

<file path=ppt/slides/_rels/slide41.xml.rels><?xml version="1.0" encoding="UTF-8" standalone="yes"?>
<Relationships xmlns="http://schemas.openxmlformats.org/package/2006/relationships"><Relationship Id="rId5" Type="http://schemas.openxmlformats.org/officeDocument/2006/relationships/notesSlide" Target="../notesSlides/notesSlide41.xml"/><Relationship Id="rId4" Type="http://schemas.openxmlformats.org/officeDocument/2006/relationships/slideLayout" Target="../slideLayouts/slideLayout12.xm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jpeg"/></Relationships>
</file>

<file path=ppt/slides/_rels/slide42.xml.rels><?xml version="1.0" encoding="UTF-8" standalone="yes"?>
<Relationships xmlns="http://schemas.openxmlformats.org/package/2006/relationships"><Relationship Id="rId7" Type="http://schemas.openxmlformats.org/officeDocument/2006/relationships/notesSlide" Target="../notesSlides/notesSlide42.xml"/><Relationship Id="rId6" Type="http://schemas.openxmlformats.org/officeDocument/2006/relationships/slideLayout" Target="../slideLayouts/slideLayout12.xml"/><Relationship Id="rId5" Type="http://schemas.openxmlformats.org/officeDocument/2006/relationships/hyperlink" Target="https://play.golang.org/p/xJbScgRMt5E" TargetMode="External"/><Relationship Id="rId4" Type="http://schemas.openxmlformats.org/officeDocument/2006/relationships/hyperlink" Target="https://play.golang.org/p/u1Qz9VthBLa" TargetMode="Externa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jpeg"/></Relationships>
</file>

<file path=ppt/slides/_rels/slide43.xml.rels><?xml version="1.0" encoding="UTF-8" standalone="yes"?>
<Relationships xmlns="http://schemas.openxmlformats.org/package/2006/relationships"><Relationship Id="rId5" Type="http://schemas.openxmlformats.org/officeDocument/2006/relationships/notesSlide" Target="../notesSlides/notesSlide43.xml"/><Relationship Id="rId4" Type="http://schemas.openxmlformats.org/officeDocument/2006/relationships/slideLayout" Target="../slideLayouts/slideLayout12.xm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jpeg"/></Relationships>
</file>

<file path=ppt/slides/_rels/slide44.xml.rels><?xml version="1.0" encoding="UTF-8" standalone="yes"?>
<Relationships xmlns="http://schemas.openxmlformats.org/package/2006/relationships"><Relationship Id="rId5" Type="http://schemas.openxmlformats.org/officeDocument/2006/relationships/notesSlide" Target="../notesSlides/notesSlide44.xml"/><Relationship Id="rId4" Type="http://schemas.openxmlformats.org/officeDocument/2006/relationships/slideLayout" Target="../slideLayouts/slideLayout12.xm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jpeg"/></Relationships>
</file>

<file path=ppt/slides/_rels/slide45.xml.rels><?xml version="1.0" encoding="UTF-8" standalone="yes"?>
<Relationships xmlns="http://schemas.openxmlformats.org/package/2006/relationships"><Relationship Id="rId5" Type="http://schemas.openxmlformats.org/officeDocument/2006/relationships/notesSlide" Target="../notesSlides/notesSlide45.xml"/><Relationship Id="rId4" Type="http://schemas.openxmlformats.org/officeDocument/2006/relationships/slideLayout" Target="../slideLayouts/slideLayout12.xm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jpeg"/></Relationships>
</file>

<file path=ppt/slides/_rels/slide46.xml.rels><?xml version="1.0" encoding="UTF-8" standalone="yes"?>
<Relationships xmlns="http://schemas.openxmlformats.org/package/2006/relationships"><Relationship Id="rId7" Type="http://schemas.openxmlformats.org/officeDocument/2006/relationships/notesSlide" Target="../notesSlides/notesSlide46.xml"/><Relationship Id="rId6" Type="http://schemas.openxmlformats.org/officeDocument/2006/relationships/slideLayout" Target="../slideLayouts/slideLayout12.xml"/><Relationship Id="rId5" Type="http://schemas.openxmlformats.org/officeDocument/2006/relationships/hyperlink" Target="https://play.golang.org/p/NwRw5-P0kYi" TargetMode="External"/><Relationship Id="rId4" Type="http://schemas.openxmlformats.org/officeDocument/2006/relationships/hyperlink" Target="https://play.golang.org/p/jhz2Fwgx-Xd" TargetMode="Externa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jpeg"/></Relationships>
</file>

<file path=ppt/slides/_rels/slide47.xml.rels><?xml version="1.0" encoding="UTF-8" standalone="yes"?>
<Relationships xmlns="http://schemas.openxmlformats.org/package/2006/relationships"><Relationship Id="rId7" Type="http://schemas.openxmlformats.org/officeDocument/2006/relationships/notesSlide" Target="../notesSlides/notesSlide47.xml"/><Relationship Id="rId6" Type="http://schemas.openxmlformats.org/officeDocument/2006/relationships/slideLayout" Target="../slideLayouts/slideLayout12.xml"/><Relationship Id="rId5" Type="http://schemas.openxmlformats.org/officeDocument/2006/relationships/hyperlink" Target="https://play.golang.org/p/d0f3I3AD718" TargetMode="External"/><Relationship Id="rId4" Type="http://schemas.openxmlformats.org/officeDocument/2006/relationships/hyperlink" Target="https://play.golang.org/p/4b14zp3Q7KM" TargetMode="Externa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jpeg"/></Relationships>
</file>

<file path=ppt/slides/_rels/slide48.xml.rels><?xml version="1.0" encoding="UTF-8" standalone="yes"?>
<Relationships xmlns="http://schemas.openxmlformats.org/package/2006/relationships"><Relationship Id="rId4" Type="http://schemas.openxmlformats.org/officeDocument/2006/relationships/notesSlide" Target="../notesSlides/notesSlide48.xml"/><Relationship Id="rId3" Type="http://schemas.openxmlformats.org/officeDocument/2006/relationships/slideLayout" Target="../slideLayouts/slideLayout12.xml"/><Relationship Id="rId2" Type="http://schemas.openxmlformats.org/officeDocument/2006/relationships/image" Target="../media/image8.png"/><Relationship Id="rId1" Type="http://schemas.openxmlformats.org/officeDocument/2006/relationships/image" Target="../media/image7.jpeg"/></Relationships>
</file>

<file path=ppt/slides/_rels/slide49.xml.rels><?xml version="1.0" encoding="UTF-8" standalone="yes"?>
<Relationships xmlns="http://schemas.openxmlformats.org/package/2006/relationships"><Relationship Id="rId5" Type="http://schemas.openxmlformats.org/officeDocument/2006/relationships/notesSlide" Target="../notesSlides/notesSlide49.xml"/><Relationship Id="rId4" Type="http://schemas.openxmlformats.org/officeDocument/2006/relationships/slideLayout" Target="../slideLayouts/slideLayout12.xml"/><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hyperlink" Target="https://www.youtube.com/c/UC_BzFbxG2za3bp5NRRRXJSw" TargetMode="External"/></Relationships>
</file>

<file path=ppt/slides/_rels/slide50.xml.rels><?xml version="1.0" encoding="UTF-8" standalone="yes"?>
<Relationships xmlns="http://schemas.openxmlformats.org/package/2006/relationships"><Relationship Id="rId6" Type="http://schemas.openxmlformats.org/officeDocument/2006/relationships/notesSlide" Target="../notesSlides/notesSlide50.xml"/><Relationship Id="rId5" Type="http://schemas.openxmlformats.org/officeDocument/2006/relationships/slideLayout" Target="../slideLayouts/slideLayout13.xml"/><Relationship Id="rId4" Type="http://schemas.openxmlformats.org/officeDocument/2006/relationships/image" Target="../media/image32.jpeg"/><Relationship Id="rId3" Type="http://schemas.openxmlformats.org/officeDocument/2006/relationships/image" Target="../media/image31.jpeg"/><Relationship Id="rId2" Type="http://schemas.openxmlformats.org/officeDocument/2006/relationships/image" Target="../media/image30.png"/><Relationship Id="rId1" Type="http://schemas.openxmlformats.org/officeDocument/2006/relationships/hyperlink" Target="https://bit.ly/tgcpython" TargetMode="External"/></Relationships>
</file>

<file path=ppt/slides/_rels/slide51.xml.rels><?xml version="1.0" encoding="UTF-8" standalone="yes"?>
<Relationships xmlns="http://schemas.openxmlformats.org/package/2006/relationships"><Relationship Id="rId9" Type="http://schemas.openxmlformats.org/officeDocument/2006/relationships/image" Target="../media/image36.png"/><Relationship Id="rId8" Type="http://schemas.openxmlformats.org/officeDocument/2006/relationships/hyperlink" Target="https://twitch.tv/charlyx1188" TargetMode="External"/><Relationship Id="rId7" Type="http://schemas.openxmlformats.org/officeDocument/2006/relationships/image" Target="../media/image35.png"/><Relationship Id="rId6" Type="http://schemas.openxmlformats.org/officeDocument/2006/relationships/hyperlink" Target="https://github.com/charlyx" TargetMode="External"/><Relationship Id="rId5" Type="http://schemas.openxmlformats.org/officeDocument/2006/relationships/image" Target="../media/image34.png"/><Relationship Id="rId4" Type="http://schemas.openxmlformats.org/officeDocument/2006/relationships/hyperlink" Target="https://nantesjs.org" TargetMode="External"/><Relationship Id="rId3" Type="http://schemas.openxmlformats.org/officeDocument/2006/relationships/image" Target="../media/image33.png"/><Relationship Id="rId2" Type="http://schemas.openxmlformats.org/officeDocument/2006/relationships/hyperlink" Target="https://www.credential.net/40a851d0-6026-45f3-b560-0f2a520238aa" TargetMode="External"/><Relationship Id="rId16" Type="http://schemas.openxmlformats.org/officeDocument/2006/relationships/notesSlide" Target="../notesSlides/notesSlide51.xml"/><Relationship Id="rId15" Type="http://schemas.openxmlformats.org/officeDocument/2006/relationships/slideLayout" Target="../slideLayouts/slideLayout13.xml"/><Relationship Id="rId14" Type="http://schemas.openxmlformats.org/officeDocument/2006/relationships/image" Target="../media/image38.png"/><Relationship Id="rId13" Type="http://schemas.openxmlformats.org/officeDocument/2006/relationships/image" Target="../media/image9.png"/><Relationship Id="rId12" Type="http://schemas.openxmlformats.org/officeDocument/2006/relationships/image" Target="../media/image8.png"/><Relationship Id="rId11" Type="http://schemas.openxmlformats.org/officeDocument/2006/relationships/image" Target="../media/image7.jpeg"/><Relationship Id="rId10" Type="http://schemas.openxmlformats.org/officeDocument/2006/relationships/image" Target="../media/image37.png"/><Relationship Id="rId1" Type="http://schemas.openxmlformats.org/officeDocument/2006/relationships/hyperlink" Target="https://charlyx.dev" TargetMode="External"/></Relationships>
</file>

<file path=ppt/slides/_rels/slide52.xml.rels><?xml version="1.0" encoding="UTF-8" standalone="yes"?>
<Relationships xmlns="http://schemas.openxmlformats.org/package/2006/relationships"><Relationship Id="rId9" Type="http://schemas.openxmlformats.org/officeDocument/2006/relationships/notesSlide" Target="../notesSlides/notesSlide52.xml"/><Relationship Id="rId8" Type="http://schemas.openxmlformats.org/officeDocument/2006/relationships/slideLayout" Target="../slideLayouts/slideLayout13.xml"/><Relationship Id="rId7" Type="http://schemas.openxmlformats.org/officeDocument/2006/relationships/hyperlink" Target="https://bit.ly/tgcpython" TargetMode="External"/><Relationship Id="rId6" Type="http://schemas.openxmlformats.org/officeDocument/2006/relationships/image" Target="../media/image30.png"/><Relationship Id="rId5" Type="http://schemas.openxmlformats.org/officeDocument/2006/relationships/image" Target="../media/image9.png"/><Relationship Id="rId4" Type="http://schemas.openxmlformats.org/officeDocument/2006/relationships/image" Target="../media/image8.png"/><Relationship Id="rId3" Type="http://schemas.openxmlformats.org/officeDocument/2006/relationships/image" Target="../media/image7.jpeg"/><Relationship Id="rId2" Type="http://schemas.openxmlformats.org/officeDocument/2006/relationships/hyperlink" Target="https://techatshopee.formstack.com/forms/shopeecodeleague_workshopfeedbackform" TargetMode="External"/><Relationship Id="rId1" Type="http://schemas.openxmlformats.org/officeDocument/2006/relationships/image" Target="../media/image3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77" name="Shape 77"/>
        <p:cNvGrpSpPr/>
        <p:nvPr/>
      </p:nvGrpSpPr>
      <p:grpSpPr>
        <a:xfrm>
          <a:off x="0" y="0"/>
          <a:ext cx="0" cy="0"/>
          <a:chOff x="0" y="0"/>
          <a:chExt cx="0" cy="0"/>
        </a:xfrm>
      </p:grpSpPr>
      <p:sp>
        <p:nvSpPr>
          <p:cNvPr id="78" name="Google Shape;78;p16"/>
          <p:cNvSpPr txBox="1"/>
          <p:nvPr>
            <p:ph type="title"/>
          </p:nvPr>
        </p:nvSpPr>
        <p:spPr>
          <a:xfrm>
            <a:off x="321144" y="246401"/>
            <a:ext cx="7340700" cy="86670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Clr>
                <a:schemeClr val="lt1"/>
              </a:buClr>
              <a:buSzPts val="3300"/>
              <a:buFont typeface="Roboto" panose="02000000000000000000"/>
              <a:buNone/>
            </a:pPr>
            <a:r>
              <a:rPr lang="en-US"/>
              <a:t>We’ll be starting shortly!</a:t>
            </a:r>
            <a:endParaRPr lang="en-US"/>
          </a:p>
        </p:txBody>
      </p:sp>
      <p:sp>
        <p:nvSpPr>
          <p:cNvPr id="79" name="Google Shape;79;p16"/>
          <p:cNvSpPr txBox="1"/>
          <p:nvPr>
            <p:ph type="body" idx="4294967295"/>
          </p:nvPr>
        </p:nvSpPr>
        <p:spPr>
          <a:xfrm>
            <a:off x="635775" y="1799824"/>
            <a:ext cx="7511700" cy="2841300"/>
          </a:xfrm>
          <a:prstGeom prst="rect">
            <a:avLst/>
          </a:prstGeom>
          <a:noFill/>
          <a:ln>
            <a:noFill/>
          </a:ln>
        </p:spPr>
        <p:txBody>
          <a:bodyPr spcFirstLastPara="1" wrap="square" lIns="68575" tIns="34275" rIns="68575" bIns="34275" anchor="t" anchorCtr="0">
            <a:noAutofit/>
          </a:bodyPr>
          <a:lstStyle/>
          <a:p>
            <a:pPr marL="0" lvl="0" indent="0" algn="l" rtl="0">
              <a:lnSpc>
                <a:spcPct val="150000"/>
              </a:lnSpc>
              <a:spcBef>
                <a:spcPts val="0"/>
              </a:spcBef>
              <a:spcAft>
                <a:spcPts val="0"/>
              </a:spcAft>
              <a:buClr>
                <a:schemeClr val="dk1"/>
              </a:buClr>
              <a:buSzPts val="1100"/>
              <a:buFont typeface="Arial" panose="020B0604020202020204"/>
              <a:buNone/>
            </a:pPr>
            <a:r>
              <a:rPr lang="en-US">
                <a:latin typeface="Roboto" panose="02000000000000000000"/>
                <a:ea typeface="Roboto" panose="02000000000000000000"/>
                <a:cs typeface="Roboto" panose="02000000000000000000"/>
                <a:sym typeface="Roboto" panose="02000000000000000000"/>
              </a:rPr>
              <a:t>To help us run the workshop smoothly, please kindly:</a:t>
            </a:r>
            <a:endParaRPr>
              <a:latin typeface="Roboto" panose="02000000000000000000"/>
              <a:ea typeface="Roboto" panose="02000000000000000000"/>
              <a:cs typeface="Roboto" panose="02000000000000000000"/>
              <a:sym typeface="Roboto" panose="02000000000000000000"/>
            </a:endParaRPr>
          </a:p>
          <a:p>
            <a:pPr marL="457200" lvl="0" indent="-342900" algn="l" rtl="0">
              <a:lnSpc>
                <a:spcPct val="150000"/>
              </a:lnSpc>
              <a:spcBef>
                <a:spcPts val="0"/>
              </a:spcBef>
              <a:spcAft>
                <a:spcPts val="0"/>
              </a:spcAft>
              <a:buClr>
                <a:srgbClr val="000000"/>
              </a:buClr>
              <a:buSzPts val="1800"/>
              <a:buFont typeface="Roboto" panose="02000000000000000000"/>
              <a:buChar char="-"/>
            </a:pPr>
            <a:r>
              <a:rPr lang="en-US">
                <a:latin typeface="Roboto" panose="02000000000000000000"/>
                <a:ea typeface="Roboto" panose="02000000000000000000"/>
                <a:cs typeface="Roboto" panose="02000000000000000000"/>
                <a:sym typeface="Roboto" panose="02000000000000000000"/>
              </a:rPr>
              <a:t>Submit all questions using the Q&amp;A function </a:t>
            </a:r>
            <a:endParaRPr>
              <a:latin typeface="Roboto" panose="02000000000000000000"/>
              <a:ea typeface="Roboto" panose="02000000000000000000"/>
              <a:cs typeface="Roboto" panose="02000000000000000000"/>
              <a:sym typeface="Roboto" panose="02000000000000000000"/>
            </a:endParaRPr>
          </a:p>
          <a:p>
            <a:pPr marL="457200" lvl="0" indent="-342900" algn="l" rtl="0">
              <a:lnSpc>
                <a:spcPct val="150000"/>
              </a:lnSpc>
              <a:spcBef>
                <a:spcPts val="0"/>
              </a:spcBef>
              <a:spcAft>
                <a:spcPts val="0"/>
              </a:spcAft>
              <a:buClr>
                <a:srgbClr val="000000"/>
              </a:buClr>
              <a:buSzPts val="1800"/>
              <a:buFont typeface="Roboto" panose="02000000000000000000"/>
              <a:buChar char="-"/>
            </a:pPr>
            <a:r>
              <a:rPr lang="en-US">
                <a:latin typeface="Roboto" panose="02000000000000000000"/>
                <a:ea typeface="Roboto" panose="02000000000000000000"/>
                <a:cs typeface="Roboto" panose="02000000000000000000"/>
                <a:sym typeface="Roboto" panose="02000000000000000000"/>
              </a:rPr>
              <a:t>If you have an urgent request, please use the “Raise Hand” function</a:t>
            </a:r>
            <a:endParaRPr>
              <a:latin typeface="Roboto" panose="02000000000000000000"/>
              <a:ea typeface="Roboto" panose="02000000000000000000"/>
              <a:cs typeface="Roboto" panose="02000000000000000000"/>
              <a:sym typeface="Roboto" panose="02000000000000000000"/>
            </a:endParaRPr>
          </a:p>
          <a:p>
            <a:pPr marL="0" lvl="0" indent="0" algn="l" rtl="0">
              <a:lnSpc>
                <a:spcPct val="150000"/>
              </a:lnSpc>
              <a:spcBef>
                <a:spcPts val="0"/>
              </a:spcBef>
              <a:spcAft>
                <a:spcPts val="0"/>
              </a:spcAft>
              <a:buClr>
                <a:schemeClr val="dk1"/>
              </a:buClr>
              <a:buSzPts val="1100"/>
              <a:buFont typeface="Arial" panose="020B0604020202020204"/>
              <a:buNone/>
            </a:pPr>
            <a:r>
              <a:rPr lang="en-US">
                <a:latin typeface="Roboto" panose="02000000000000000000"/>
                <a:ea typeface="Roboto" panose="02000000000000000000"/>
                <a:cs typeface="Roboto" panose="02000000000000000000"/>
                <a:sym typeface="Roboto" panose="02000000000000000000"/>
              </a:rPr>
              <a:t>Thank you!</a:t>
            </a:r>
            <a:endParaRPr>
              <a:latin typeface="Roboto" panose="02000000000000000000"/>
              <a:ea typeface="Roboto" panose="02000000000000000000"/>
              <a:cs typeface="Roboto" panose="02000000000000000000"/>
              <a:sym typeface="Roboto" panose="02000000000000000000"/>
            </a:endParaRPr>
          </a:p>
          <a:p>
            <a:pPr marL="0" lvl="0" indent="0" algn="l" rtl="0">
              <a:lnSpc>
                <a:spcPct val="90000"/>
              </a:lnSpc>
              <a:spcBef>
                <a:spcPts val="0"/>
              </a:spcBef>
              <a:spcAft>
                <a:spcPts val="0"/>
              </a:spcAft>
              <a:buClr>
                <a:schemeClr val="lt1"/>
              </a:buClr>
              <a:buSzPts val="2100"/>
              <a:buNone/>
            </a:pPr>
          </a:p>
        </p:txBody>
      </p:sp>
      <p:sp>
        <p:nvSpPr>
          <p:cNvPr id="80" name="Google Shape;80;p16"/>
          <p:cNvSpPr txBox="1"/>
          <p:nvPr>
            <p:ph type="title"/>
          </p:nvPr>
        </p:nvSpPr>
        <p:spPr>
          <a:xfrm>
            <a:off x="2077225" y="3502955"/>
            <a:ext cx="2983200" cy="994200"/>
          </a:xfrm>
          <a:prstGeom prst="rect">
            <a:avLst/>
          </a:prstGeom>
          <a:noFill/>
          <a:ln>
            <a:noFill/>
          </a:ln>
        </p:spPr>
        <p:txBody>
          <a:bodyPr spcFirstLastPara="1" wrap="square" lIns="68575" tIns="34275" rIns="68575" bIns="34275" anchor="ctr" anchorCtr="0">
            <a:noAutofit/>
          </a:bodyPr>
          <a:lstStyle/>
          <a:p>
            <a:pPr marL="0" lvl="0" indent="0" algn="ctr" rtl="0">
              <a:lnSpc>
                <a:spcPct val="90000"/>
              </a:lnSpc>
              <a:spcBef>
                <a:spcPts val="0"/>
              </a:spcBef>
              <a:spcAft>
                <a:spcPts val="0"/>
              </a:spcAft>
              <a:buClr>
                <a:schemeClr val="lt1"/>
              </a:buClr>
              <a:buSzPts val="3300"/>
              <a:buFont typeface="Roboto" panose="02000000000000000000"/>
              <a:buNone/>
            </a:pPr>
            <a:r>
              <a:rPr lang="en-US" sz="2300">
                <a:solidFill>
                  <a:srgbClr val="EE5128"/>
                </a:solidFill>
              </a:rPr>
              <a:t>Exclusive Trainings by Zenika and Trent!</a:t>
            </a:r>
            <a:endParaRPr sz="2000">
              <a:solidFill>
                <a:srgbClr val="F6B26B"/>
              </a:solidFill>
            </a:endParaRPr>
          </a:p>
        </p:txBody>
      </p:sp>
      <p:sp>
        <p:nvSpPr>
          <p:cNvPr id="82" name="Google Shape;82;p16"/>
          <p:cNvSpPr txBox="1"/>
          <p:nvPr/>
        </p:nvSpPr>
        <p:spPr>
          <a:xfrm>
            <a:off x="2077050" y="4299625"/>
            <a:ext cx="3000000" cy="596100"/>
          </a:xfrm>
          <a:prstGeom prst="rect">
            <a:avLst/>
          </a:prstGeom>
          <a:noFill/>
          <a:ln>
            <a:noFill/>
          </a:ln>
        </p:spPr>
        <p:txBody>
          <a:bodyPr spcFirstLastPara="1" wrap="square" lIns="91425" tIns="91425" rIns="91425" bIns="91425" anchor="ctr" anchorCtr="0">
            <a:noAutofit/>
          </a:bodyPr>
          <a:lstStyle/>
          <a:p>
            <a:pPr marL="0" lvl="0" indent="0" algn="ctr" rtl="0">
              <a:lnSpc>
                <a:spcPct val="90000"/>
              </a:lnSpc>
              <a:spcBef>
                <a:spcPts val="0"/>
              </a:spcBef>
              <a:spcAft>
                <a:spcPts val="0"/>
              </a:spcAft>
              <a:buNone/>
            </a:pPr>
            <a:r>
              <a:rPr lang="en-US" sz="2500" b="1">
                <a:solidFill>
                  <a:srgbClr val="EE5128"/>
                </a:solidFill>
                <a:latin typeface="Roboto" panose="02000000000000000000"/>
                <a:ea typeface="Roboto" panose="02000000000000000000"/>
                <a:cs typeface="Roboto" panose="02000000000000000000"/>
                <a:sym typeface="Roboto" panose="02000000000000000000"/>
              </a:rPr>
              <a:t> </a:t>
            </a:r>
            <a:r>
              <a:rPr lang="en-US" sz="1600" b="1">
                <a:solidFill>
                  <a:srgbClr val="EE5128"/>
                </a:solidFill>
                <a:latin typeface="Roboto" panose="02000000000000000000"/>
                <a:ea typeface="Roboto" panose="02000000000000000000"/>
                <a:cs typeface="Roboto" panose="02000000000000000000"/>
                <a:sym typeface="Roboto" panose="02000000000000000000"/>
              </a:rPr>
              <a:t>https://bit.ly/tgczenika </a:t>
            </a:r>
            <a:endParaRPr sz="100"/>
          </a:p>
        </p:txBody>
      </p:sp>
      <p:pic>
        <p:nvPicPr>
          <p:cNvPr id="1" name="Picture 0" descr="Zenika TGC Training QR Code"/>
          <p:cNvPicPr>
            <a:picLocks noChangeAspect="1"/>
          </p:cNvPicPr>
          <p:nvPr/>
        </p:nvPicPr>
        <p:blipFill>
          <a:blip r:embed="rId1"/>
          <a:stretch>
            <a:fillRect/>
          </a:stretch>
        </p:blipFill>
        <p:spPr>
          <a:xfrm>
            <a:off x="5060315" y="3571240"/>
            <a:ext cx="1273810" cy="127381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87" name="Shape 87"/>
        <p:cNvGrpSpPr/>
        <p:nvPr/>
      </p:nvGrpSpPr>
      <p:grpSpPr>
        <a:xfrm>
          <a:off x="0" y="0"/>
          <a:ext cx="0" cy="0"/>
          <a:chOff x="0" y="0"/>
          <a:chExt cx="0" cy="0"/>
        </a:xfrm>
      </p:grpSpPr>
      <p:pic>
        <p:nvPicPr>
          <p:cNvPr id="88" name="Google Shape;88;p17" descr="A picture containing drawing&#10;&#10;Description automatically generated"/>
          <p:cNvPicPr preferRelativeResize="0"/>
          <p:nvPr/>
        </p:nvPicPr>
        <p:blipFill rotWithShape="1">
          <a:blip r:embed="rId1"/>
          <a:srcRect/>
          <a:stretch>
            <a:fillRect/>
          </a:stretch>
        </p:blipFill>
        <p:spPr>
          <a:xfrm>
            <a:off x="6929609" y="4182329"/>
            <a:ext cx="757837" cy="687315"/>
          </a:xfrm>
          <a:prstGeom prst="rect">
            <a:avLst/>
          </a:prstGeom>
          <a:noFill/>
          <a:ln>
            <a:noFill/>
          </a:ln>
        </p:spPr>
      </p:pic>
      <p:pic>
        <p:nvPicPr>
          <p:cNvPr id="89" name="Google Shape;89;p17" descr="A picture containing drawing&#10;&#10;Description automatically generated"/>
          <p:cNvPicPr preferRelativeResize="0"/>
          <p:nvPr/>
        </p:nvPicPr>
        <p:blipFill rotWithShape="1">
          <a:blip r:embed="rId2"/>
          <a:srcRect/>
          <a:stretch>
            <a:fillRect/>
          </a:stretch>
        </p:blipFill>
        <p:spPr>
          <a:xfrm>
            <a:off x="5724934" y="4079346"/>
            <a:ext cx="910535" cy="893284"/>
          </a:xfrm>
          <a:prstGeom prst="rect">
            <a:avLst/>
          </a:prstGeom>
          <a:noFill/>
          <a:ln>
            <a:noFill/>
          </a:ln>
        </p:spPr>
      </p:pic>
      <p:sp>
        <p:nvSpPr>
          <p:cNvPr id="90" name="Google Shape;90;p17"/>
          <p:cNvSpPr txBox="1"/>
          <p:nvPr>
            <p:ph type="title"/>
          </p:nvPr>
        </p:nvSpPr>
        <p:spPr>
          <a:xfrm>
            <a:off x="2617112" y="359025"/>
            <a:ext cx="2983200" cy="994200"/>
          </a:xfrm>
          <a:prstGeom prst="rect">
            <a:avLst/>
          </a:prstGeom>
          <a:noFill/>
          <a:ln>
            <a:noFill/>
          </a:ln>
        </p:spPr>
        <p:txBody>
          <a:bodyPr spcFirstLastPara="1" wrap="square" lIns="68575" tIns="34275" rIns="68575" bIns="34275" anchor="ctr" anchorCtr="0">
            <a:noAutofit/>
          </a:bodyPr>
          <a:lstStyle/>
          <a:p>
            <a:pPr marL="0" lvl="0" indent="0" algn="ctr" rtl="0">
              <a:lnSpc>
                <a:spcPct val="90000"/>
              </a:lnSpc>
              <a:spcBef>
                <a:spcPts val="0"/>
              </a:spcBef>
              <a:spcAft>
                <a:spcPts val="0"/>
              </a:spcAft>
              <a:buClr>
                <a:schemeClr val="lt1"/>
              </a:buClr>
              <a:buSzPts val="3300"/>
              <a:buFont typeface="Roboto" panose="02000000000000000000"/>
              <a:buNone/>
            </a:pPr>
            <a:r>
              <a:rPr lang="en-US" sz="2300"/>
              <a:t>Today’s slides</a:t>
            </a:r>
            <a:endParaRPr sz="2000">
              <a:solidFill>
                <a:srgbClr val="F6B26B"/>
              </a:solidFill>
            </a:endParaRPr>
          </a:p>
        </p:txBody>
      </p:sp>
      <p:pic>
        <p:nvPicPr>
          <p:cNvPr id="91" name="Google Shape;91;p17"/>
          <p:cNvPicPr preferRelativeResize="0"/>
          <p:nvPr/>
        </p:nvPicPr>
        <p:blipFill>
          <a:blip r:embed="rId3"/>
          <a:stretch>
            <a:fillRect/>
          </a:stretch>
        </p:blipFill>
        <p:spPr>
          <a:xfrm>
            <a:off x="992375" y="4773050"/>
            <a:ext cx="586850" cy="370450"/>
          </a:xfrm>
          <a:prstGeom prst="rect">
            <a:avLst/>
          </a:prstGeom>
          <a:noFill/>
          <a:ln>
            <a:noFill/>
          </a:ln>
        </p:spPr>
      </p:pic>
      <p:pic>
        <p:nvPicPr>
          <p:cNvPr id="92" name="Google Shape;92;p17"/>
          <p:cNvPicPr preferRelativeResize="0"/>
          <p:nvPr/>
        </p:nvPicPr>
        <p:blipFill>
          <a:blip r:embed="rId4"/>
          <a:stretch>
            <a:fillRect/>
          </a:stretch>
        </p:blipFill>
        <p:spPr>
          <a:xfrm>
            <a:off x="2679950" y="1085215"/>
            <a:ext cx="2857500" cy="28575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96" name="Shape 96"/>
        <p:cNvGrpSpPr/>
        <p:nvPr/>
      </p:nvGrpSpPr>
      <p:grpSpPr>
        <a:xfrm>
          <a:off x="0" y="0"/>
          <a:ext cx="0" cy="0"/>
          <a:chOff x="0" y="0"/>
          <a:chExt cx="0" cy="0"/>
        </a:xfrm>
      </p:grpSpPr>
      <p:sp>
        <p:nvSpPr>
          <p:cNvPr id="97" name="Google Shape;97;p18"/>
          <p:cNvSpPr txBox="1"/>
          <p:nvPr>
            <p:ph type="title"/>
          </p:nvPr>
        </p:nvSpPr>
        <p:spPr>
          <a:xfrm>
            <a:off x="321144" y="246401"/>
            <a:ext cx="7340700" cy="86670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Clr>
                <a:schemeClr val="lt1"/>
              </a:buClr>
              <a:buSzPts val="3300"/>
              <a:buFont typeface="Roboto" panose="02000000000000000000"/>
              <a:buNone/>
            </a:pPr>
            <a:r>
              <a:rPr lang="en-US"/>
              <a:t>Trent Global College</a:t>
            </a:r>
            <a:endParaRPr lang="en-US"/>
          </a:p>
        </p:txBody>
      </p:sp>
      <p:sp>
        <p:nvSpPr>
          <p:cNvPr id="98" name="Google Shape;98;p18"/>
          <p:cNvSpPr/>
          <p:nvPr/>
        </p:nvSpPr>
        <p:spPr>
          <a:xfrm>
            <a:off x="1346800" y="1918500"/>
            <a:ext cx="1411500" cy="1306500"/>
          </a:xfrm>
          <a:prstGeom prst="rect">
            <a:avLst/>
          </a:prstGeom>
          <a:blipFill rotWithShape="1">
            <a:blip r:embed="rId1"/>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99" name="Google Shape;99;p18"/>
          <p:cNvSpPr/>
          <p:nvPr/>
        </p:nvSpPr>
        <p:spPr>
          <a:xfrm>
            <a:off x="1109525" y="3491975"/>
            <a:ext cx="2010300" cy="866700"/>
          </a:xfrm>
          <a:prstGeom prst="rect">
            <a:avLst/>
          </a:prstGeom>
          <a:blipFill rotWithShape="1">
            <a:blip r:embed="rId2"/>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00" name="Google Shape;100;p18"/>
          <p:cNvSpPr txBox="1"/>
          <p:nvPr/>
        </p:nvSpPr>
        <p:spPr>
          <a:xfrm>
            <a:off x="3593325" y="2024750"/>
            <a:ext cx="4763700" cy="1970400"/>
          </a:xfrm>
          <a:prstGeom prst="rect">
            <a:avLst/>
          </a:prstGeom>
          <a:noFill/>
          <a:ln>
            <a:noFill/>
          </a:ln>
        </p:spPr>
        <p:txBody>
          <a:bodyPr spcFirstLastPara="1" wrap="square" lIns="91425" tIns="91425" rIns="91425" bIns="91425" anchor="t" anchorCtr="0">
            <a:noAutofit/>
          </a:bodyPr>
          <a:lstStyle/>
          <a:p>
            <a:pPr marL="457200" marR="0" lvl="0" indent="-374650" algn="l" rtl="0">
              <a:lnSpc>
                <a:spcPct val="100000"/>
              </a:lnSpc>
              <a:spcBef>
                <a:spcPts val="0"/>
              </a:spcBef>
              <a:spcAft>
                <a:spcPts val="0"/>
              </a:spcAft>
              <a:buClr>
                <a:srgbClr val="FFB900"/>
              </a:buClr>
              <a:buSzPts val="2300"/>
              <a:buFont typeface="IBM Plex Sans Light" panose="020B0503050203000203"/>
              <a:buChar char="▸"/>
            </a:pPr>
            <a:r>
              <a:rPr lang="en-US" sz="2300" b="0" i="0" u="none" strike="noStrike" cap="none">
                <a:solidFill>
                  <a:srgbClr val="3E4655"/>
                </a:solidFill>
                <a:latin typeface="IBM Plex Sans Light" panose="020B0503050203000203"/>
                <a:ea typeface="IBM Plex Sans Light" panose="020B0503050203000203"/>
                <a:cs typeface="IBM Plex Sans Light" panose="020B0503050203000203"/>
                <a:sym typeface="IBM Plex Sans Light" panose="020B0503050203000203"/>
              </a:rPr>
              <a:t>Imda Funded Tech Bootcamp</a:t>
            </a:r>
            <a:endParaRPr sz="2300" b="0" i="0" u="none" strike="noStrike" cap="none">
              <a:solidFill>
                <a:srgbClr val="3E4655"/>
              </a:solidFill>
              <a:latin typeface="IBM Plex Sans Light" panose="020B0503050203000203"/>
              <a:ea typeface="IBM Plex Sans Light" panose="020B0503050203000203"/>
              <a:cs typeface="IBM Plex Sans Light" panose="020B0503050203000203"/>
              <a:sym typeface="IBM Plex Sans Light" panose="020B0503050203000203"/>
            </a:endParaRPr>
          </a:p>
          <a:p>
            <a:pPr marL="457200" marR="0" lvl="0" indent="0" algn="l" rtl="0">
              <a:lnSpc>
                <a:spcPct val="100000"/>
              </a:lnSpc>
              <a:spcBef>
                <a:spcPts val="820"/>
              </a:spcBef>
              <a:spcAft>
                <a:spcPts val="0"/>
              </a:spcAft>
              <a:buClr>
                <a:srgbClr val="000000"/>
              </a:buClr>
              <a:buSzPts val="2300"/>
              <a:buFont typeface="Arial" panose="020B0604020202020204"/>
              <a:buNone/>
            </a:pPr>
            <a:r>
              <a:rPr lang="en-US" sz="2300" b="1" i="0" u="sng" strike="noStrike" cap="none">
                <a:solidFill>
                  <a:schemeClr val="hlink"/>
                </a:solidFill>
                <a:latin typeface="Quicksand"/>
                <a:ea typeface="Quicksand"/>
                <a:cs typeface="Quicksand"/>
                <a:sym typeface="Quicksand"/>
                <a:hlinkClick r:id="rId3"/>
              </a:rPr>
              <a:t>http://bit.ly/codingdip</a:t>
            </a:r>
            <a:endParaRPr sz="23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pic>
        <p:nvPicPr>
          <p:cNvPr id="101" name="Google Shape;101;p18"/>
          <p:cNvPicPr preferRelativeResize="0"/>
          <p:nvPr/>
        </p:nvPicPr>
        <p:blipFill rotWithShape="1">
          <a:blip r:embed="rId4"/>
          <a:srcRect/>
          <a:stretch>
            <a:fillRect/>
          </a:stretch>
        </p:blipFill>
        <p:spPr>
          <a:xfrm>
            <a:off x="4026637" y="3362838"/>
            <a:ext cx="3728425" cy="667775"/>
          </a:xfrm>
          <a:prstGeom prst="rect">
            <a:avLst/>
          </a:prstGeom>
          <a:noFill/>
          <a:ln>
            <a:noFill/>
          </a:ln>
        </p:spPr>
      </p:pic>
      <p:pic>
        <p:nvPicPr>
          <p:cNvPr id="102" name="Google Shape;102;p18"/>
          <p:cNvPicPr preferRelativeResize="0"/>
          <p:nvPr/>
        </p:nvPicPr>
        <p:blipFill>
          <a:blip r:embed="rId5"/>
          <a:stretch>
            <a:fillRect/>
          </a:stretch>
        </p:blipFill>
        <p:spPr>
          <a:xfrm>
            <a:off x="992375" y="4773050"/>
            <a:ext cx="586850" cy="3704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06" name="Shape 106"/>
        <p:cNvGrpSpPr/>
        <p:nvPr/>
      </p:nvGrpSpPr>
      <p:grpSpPr>
        <a:xfrm>
          <a:off x="0" y="0"/>
          <a:ext cx="0" cy="0"/>
          <a:chOff x="0" y="0"/>
          <a:chExt cx="0" cy="0"/>
        </a:xfrm>
      </p:grpSpPr>
      <p:grpSp>
        <p:nvGrpSpPr>
          <p:cNvPr id="107" name="Google Shape;107;p19"/>
          <p:cNvGrpSpPr/>
          <p:nvPr/>
        </p:nvGrpSpPr>
        <p:grpSpPr>
          <a:xfrm>
            <a:off x="-57150" y="847725"/>
            <a:ext cx="2689500" cy="2682075"/>
            <a:chOff x="-224550" y="1036800"/>
            <a:chExt cx="5379000" cy="5364150"/>
          </a:xfrm>
        </p:grpSpPr>
        <p:pic>
          <p:nvPicPr>
            <p:cNvPr id="108" name="Google Shape;108;p19"/>
            <p:cNvPicPr preferRelativeResize="0"/>
            <p:nvPr/>
          </p:nvPicPr>
          <p:blipFill rotWithShape="1">
            <a:blip r:embed="rId1"/>
            <a:srcRect l="20438" t="20805" r="2868" b="27669"/>
            <a:stretch>
              <a:fillRect/>
            </a:stretch>
          </p:blipFill>
          <p:spPr>
            <a:xfrm>
              <a:off x="507375" y="1036800"/>
              <a:ext cx="3657600" cy="3696000"/>
            </a:xfrm>
            <a:prstGeom prst="ellipse">
              <a:avLst/>
            </a:prstGeom>
            <a:noFill/>
            <a:ln>
              <a:noFill/>
            </a:ln>
          </p:spPr>
        </p:pic>
        <p:sp>
          <p:nvSpPr>
            <p:cNvPr id="109" name="Google Shape;109;p19"/>
            <p:cNvSpPr txBox="1"/>
            <p:nvPr/>
          </p:nvSpPr>
          <p:spPr>
            <a:xfrm>
              <a:off x="-224550" y="4866150"/>
              <a:ext cx="5379000" cy="1534800"/>
            </a:xfrm>
            <a:prstGeom prst="rect">
              <a:avLst/>
            </a:prstGeom>
            <a:noFill/>
            <a:ln>
              <a:noFill/>
            </a:ln>
          </p:spPr>
          <p:txBody>
            <a:bodyPr spcFirstLastPara="1" wrap="square" lIns="0" tIns="6350" rIns="0" bIns="0" anchor="t" anchorCtr="0">
              <a:noAutofit/>
            </a:bodyPr>
            <a:lstStyle/>
            <a:p>
              <a:pPr marL="12700" marR="0" lvl="0" indent="0" algn="ctr" rtl="0">
                <a:lnSpc>
                  <a:spcPct val="100000"/>
                </a:lnSpc>
                <a:spcBef>
                  <a:spcPts val="0"/>
                </a:spcBef>
                <a:spcAft>
                  <a:spcPts val="0"/>
                </a:spcAft>
                <a:buClr>
                  <a:srgbClr val="000000"/>
                </a:buClr>
                <a:buSzPts val="1600"/>
                <a:buFont typeface="Arial" panose="020B0604020202020204"/>
                <a:buNone/>
              </a:pPr>
              <a:r>
                <a:rPr lang="en-US" sz="1600" b="1" i="0" u="none" strike="noStrike" cap="none">
                  <a:solidFill>
                    <a:srgbClr val="F45324"/>
                  </a:solidFill>
                  <a:latin typeface="Quicksand"/>
                  <a:ea typeface="Quicksand"/>
                  <a:cs typeface="Quicksand"/>
                  <a:sym typeface="Quicksand"/>
                </a:rPr>
                <a:t>Sam Tan</a:t>
              </a:r>
              <a:endParaRPr sz="1600" b="1" i="0" u="none" strike="noStrike" cap="none">
                <a:solidFill>
                  <a:srgbClr val="F45324"/>
                </a:solidFill>
                <a:latin typeface="Quicksand"/>
                <a:ea typeface="Quicksand"/>
                <a:cs typeface="Quicksand"/>
                <a:sym typeface="Quicksand"/>
              </a:endParaRPr>
            </a:p>
            <a:p>
              <a:pPr marL="12700" marR="0" lvl="0" indent="0" algn="ctr" rtl="0">
                <a:lnSpc>
                  <a:spcPct val="100000"/>
                </a:lnSpc>
                <a:spcBef>
                  <a:spcPts val="0"/>
                </a:spcBef>
                <a:spcAft>
                  <a:spcPts val="0"/>
                </a:spcAft>
                <a:buClr>
                  <a:srgbClr val="000000"/>
                </a:buClr>
                <a:buSzPts val="1400"/>
                <a:buFont typeface="Arial" panose="020B0604020202020204"/>
                <a:buNone/>
              </a:pPr>
              <a:r>
                <a:rPr lang="en-US" sz="1400" b="0" i="0" u="none" strike="noStrike" cap="none">
                  <a:solidFill>
                    <a:srgbClr val="000000"/>
                  </a:solidFill>
                  <a:latin typeface="Quicksand"/>
                  <a:ea typeface="Quicksand"/>
                  <a:cs typeface="Quicksand"/>
                  <a:sym typeface="Quicksand"/>
                </a:rPr>
                <a:t>Data Analyst</a:t>
              </a:r>
              <a:endParaRPr sz="1400" b="0" i="0" u="none" strike="noStrike" cap="none">
                <a:solidFill>
                  <a:srgbClr val="000000"/>
                </a:solidFill>
                <a:latin typeface="Quicksand"/>
                <a:ea typeface="Quicksand"/>
                <a:cs typeface="Quicksand"/>
                <a:sym typeface="Quicksand"/>
              </a:endParaRPr>
            </a:p>
            <a:p>
              <a:pPr marL="12700" marR="0" lvl="0" indent="0" algn="ctr" rtl="0">
                <a:lnSpc>
                  <a:spcPct val="100000"/>
                </a:lnSpc>
                <a:spcBef>
                  <a:spcPts val="0"/>
                </a:spcBef>
                <a:spcAft>
                  <a:spcPts val="0"/>
                </a:spcAft>
                <a:buClr>
                  <a:srgbClr val="000000"/>
                </a:buClr>
                <a:buSzPts val="1400"/>
                <a:buFont typeface="Arial" panose="020B0604020202020204"/>
                <a:buNone/>
              </a:pPr>
              <a:r>
                <a:rPr lang="en-US" sz="1400" b="1" i="0" u="none" strike="noStrike" cap="none">
                  <a:solidFill>
                    <a:srgbClr val="000000"/>
                  </a:solidFill>
                  <a:latin typeface="Quicksand"/>
                  <a:ea typeface="Quicksand"/>
                  <a:cs typeface="Quicksand"/>
                  <a:sym typeface="Quicksand"/>
                </a:rPr>
                <a:t>SISTIC Singapore</a:t>
              </a:r>
              <a:endParaRPr sz="1400" b="1" i="0" u="none" strike="noStrike" cap="none">
                <a:solidFill>
                  <a:srgbClr val="000000"/>
                </a:solidFill>
                <a:latin typeface="Quicksand"/>
                <a:ea typeface="Quicksand"/>
                <a:cs typeface="Quicksand"/>
                <a:sym typeface="Quicksand"/>
              </a:endParaRPr>
            </a:p>
          </p:txBody>
        </p:sp>
      </p:grpSp>
      <p:grpSp>
        <p:nvGrpSpPr>
          <p:cNvPr id="110" name="Google Shape;110;p19"/>
          <p:cNvGrpSpPr/>
          <p:nvPr/>
        </p:nvGrpSpPr>
        <p:grpSpPr>
          <a:xfrm>
            <a:off x="2406338" y="2052075"/>
            <a:ext cx="2689500" cy="2662875"/>
            <a:chOff x="5993775" y="1456200"/>
            <a:chExt cx="5379000" cy="5325750"/>
          </a:xfrm>
        </p:grpSpPr>
        <p:pic>
          <p:nvPicPr>
            <p:cNvPr id="111" name="Google Shape;111;p19"/>
            <p:cNvPicPr preferRelativeResize="0"/>
            <p:nvPr/>
          </p:nvPicPr>
          <p:blipFill rotWithShape="1">
            <a:blip r:embed="rId2"/>
            <a:srcRect/>
            <a:stretch>
              <a:fillRect/>
            </a:stretch>
          </p:blipFill>
          <p:spPr>
            <a:xfrm>
              <a:off x="6687600" y="1456200"/>
              <a:ext cx="3657600" cy="3657600"/>
            </a:xfrm>
            <a:prstGeom prst="ellipse">
              <a:avLst/>
            </a:prstGeom>
            <a:noFill/>
            <a:ln>
              <a:noFill/>
            </a:ln>
          </p:spPr>
        </p:pic>
        <p:sp>
          <p:nvSpPr>
            <p:cNvPr id="112" name="Google Shape;112;p19"/>
            <p:cNvSpPr txBox="1"/>
            <p:nvPr/>
          </p:nvSpPr>
          <p:spPr>
            <a:xfrm>
              <a:off x="5993775" y="5247150"/>
              <a:ext cx="5379000" cy="1534800"/>
            </a:xfrm>
            <a:prstGeom prst="rect">
              <a:avLst/>
            </a:prstGeom>
            <a:noFill/>
            <a:ln>
              <a:noFill/>
            </a:ln>
          </p:spPr>
          <p:txBody>
            <a:bodyPr spcFirstLastPara="1" wrap="square" lIns="0" tIns="6350" rIns="0" bIns="0" anchor="t" anchorCtr="0">
              <a:noAutofit/>
            </a:bodyPr>
            <a:lstStyle/>
            <a:p>
              <a:pPr marL="12700" marR="0" lvl="0" indent="0" algn="ctr" rtl="0">
                <a:lnSpc>
                  <a:spcPct val="100000"/>
                </a:lnSpc>
                <a:spcBef>
                  <a:spcPts val="0"/>
                </a:spcBef>
                <a:spcAft>
                  <a:spcPts val="0"/>
                </a:spcAft>
                <a:buClr>
                  <a:srgbClr val="000000"/>
                </a:buClr>
                <a:buSzPts val="1600"/>
                <a:buFont typeface="Arial" panose="020B0604020202020204"/>
                <a:buNone/>
              </a:pPr>
              <a:r>
                <a:rPr lang="en-US" sz="1600" b="1" i="0" u="none" strike="noStrike" cap="none">
                  <a:solidFill>
                    <a:srgbClr val="F45324"/>
                  </a:solidFill>
                  <a:latin typeface="Quicksand"/>
                  <a:ea typeface="Quicksand"/>
                  <a:cs typeface="Quicksand"/>
                  <a:sym typeface="Quicksand"/>
                </a:rPr>
                <a:t>Lee Tong Lin</a:t>
              </a:r>
              <a:endParaRPr sz="1600" b="1" i="0" u="none" strike="noStrike" cap="none">
                <a:solidFill>
                  <a:srgbClr val="F45324"/>
                </a:solidFill>
                <a:latin typeface="Quicksand"/>
                <a:ea typeface="Quicksand"/>
                <a:cs typeface="Quicksand"/>
                <a:sym typeface="Quicksand"/>
              </a:endParaRPr>
            </a:p>
            <a:p>
              <a:pPr marL="12700" marR="0" lvl="0" indent="0" algn="ctr" rtl="0">
                <a:lnSpc>
                  <a:spcPct val="100000"/>
                </a:lnSpc>
                <a:spcBef>
                  <a:spcPts val="0"/>
                </a:spcBef>
                <a:spcAft>
                  <a:spcPts val="0"/>
                </a:spcAft>
                <a:buClr>
                  <a:srgbClr val="000000"/>
                </a:buClr>
                <a:buSzPts val="1400"/>
                <a:buFont typeface="Arial" panose="020B0604020202020204"/>
                <a:buNone/>
              </a:pPr>
              <a:r>
                <a:rPr lang="en-US" sz="1400" b="0" i="0" u="none" strike="noStrike" cap="none">
                  <a:solidFill>
                    <a:srgbClr val="000000"/>
                  </a:solidFill>
                  <a:latin typeface="Quicksand"/>
                  <a:ea typeface="Quicksand"/>
                  <a:cs typeface="Quicksand"/>
                  <a:sym typeface="Quicksand"/>
                </a:rPr>
                <a:t>Junior Software Developer</a:t>
              </a:r>
              <a:endParaRPr sz="1400" b="0" i="0" u="none" strike="noStrike" cap="none">
                <a:solidFill>
                  <a:srgbClr val="000000"/>
                </a:solidFill>
                <a:latin typeface="Quicksand"/>
                <a:ea typeface="Quicksand"/>
                <a:cs typeface="Quicksand"/>
                <a:sym typeface="Quicksand"/>
              </a:endParaRPr>
            </a:p>
            <a:p>
              <a:pPr marL="12700" marR="0" lvl="0" indent="0" algn="ctr" rtl="0">
                <a:lnSpc>
                  <a:spcPct val="100000"/>
                </a:lnSpc>
                <a:spcBef>
                  <a:spcPts val="0"/>
                </a:spcBef>
                <a:spcAft>
                  <a:spcPts val="0"/>
                </a:spcAft>
                <a:buClr>
                  <a:srgbClr val="000000"/>
                </a:buClr>
                <a:buSzPts val="1400"/>
                <a:buFont typeface="Arial" panose="020B0604020202020204"/>
                <a:buNone/>
              </a:pPr>
              <a:r>
                <a:rPr lang="en-US" sz="1400" b="1" i="0" u="none" strike="noStrike" cap="none">
                  <a:solidFill>
                    <a:srgbClr val="000000"/>
                  </a:solidFill>
                  <a:latin typeface="Quicksand"/>
                  <a:ea typeface="Quicksand"/>
                  <a:cs typeface="Quicksand"/>
                  <a:sym typeface="Quicksand"/>
                </a:rPr>
                <a:t>Love, Bonito</a:t>
              </a:r>
              <a:endParaRPr sz="1400" b="1" i="0" u="none" strike="noStrike" cap="none">
                <a:solidFill>
                  <a:srgbClr val="000000"/>
                </a:solidFill>
                <a:latin typeface="Quicksand"/>
                <a:ea typeface="Quicksand"/>
                <a:cs typeface="Quicksand"/>
                <a:sym typeface="Quicksand"/>
              </a:endParaRPr>
            </a:p>
          </p:txBody>
        </p:sp>
      </p:grpSp>
      <p:grpSp>
        <p:nvGrpSpPr>
          <p:cNvPr id="113" name="Google Shape;113;p19"/>
          <p:cNvGrpSpPr/>
          <p:nvPr/>
        </p:nvGrpSpPr>
        <p:grpSpPr>
          <a:xfrm>
            <a:off x="6413763" y="2043937"/>
            <a:ext cx="2689500" cy="2679150"/>
            <a:chOff x="11499225" y="3483750"/>
            <a:chExt cx="5379000" cy="5358300"/>
          </a:xfrm>
        </p:grpSpPr>
        <p:pic>
          <p:nvPicPr>
            <p:cNvPr id="114" name="Google Shape;114;p19"/>
            <p:cNvPicPr preferRelativeResize="0"/>
            <p:nvPr/>
          </p:nvPicPr>
          <p:blipFill rotWithShape="1">
            <a:blip r:embed="rId3"/>
            <a:srcRect t="8785" b="12703"/>
            <a:stretch>
              <a:fillRect/>
            </a:stretch>
          </p:blipFill>
          <p:spPr>
            <a:xfrm>
              <a:off x="12116850" y="3483750"/>
              <a:ext cx="3799200" cy="3823500"/>
            </a:xfrm>
            <a:prstGeom prst="ellipse">
              <a:avLst/>
            </a:prstGeom>
            <a:noFill/>
            <a:ln>
              <a:noFill/>
            </a:ln>
          </p:spPr>
        </p:pic>
        <p:sp>
          <p:nvSpPr>
            <p:cNvPr id="115" name="Google Shape;115;p19"/>
            <p:cNvSpPr txBox="1"/>
            <p:nvPr/>
          </p:nvSpPr>
          <p:spPr>
            <a:xfrm>
              <a:off x="11499225" y="7307250"/>
              <a:ext cx="5379000" cy="1534800"/>
            </a:xfrm>
            <a:prstGeom prst="rect">
              <a:avLst/>
            </a:prstGeom>
            <a:noFill/>
            <a:ln>
              <a:noFill/>
            </a:ln>
          </p:spPr>
          <p:txBody>
            <a:bodyPr spcFirstLastPara="1" wrap="square" lIns="0" tIns="6350" rIns="0" bIns="0" anchor="t" anchorCtr="0">
              <a:noAutofit/>
            </a:bodyPr>
            <a:lstStyle/>
            <a:p>
              <a:pPr marL="12700" marR="0" lvl="0" indent="0" algn="ctr" rtl="0">
                <a:lnSpc>
                  <a:spcPct val="100000"/>
                </a:lnSpc>
                <a:spcBef>
                  <a:spcPts val="0"/>
                </a:spcBef>
                <a:spcAft>
                  <a:spcPts val="0"/>
                </a:spcAft>
                <a:buClr>
                  <a:srgbClr val="000000"/>
                </a:buClr>
                <a:buSzPts val="1600"/>
                <a:buFont typeface="Arial" panose="020B0604020202020204"/>
                <a:buNone/>
              </a:pPr>
              <a:r>
                <a:rPr lang="en-US" sz="1600" b="1" i="0" u="none" strike="noStrike" cap="none">
                  <a:solidFill>
                    <a:srgbClr val="F45324"/>
                  </a:solidFill>
                  <a:latin typeface="Quicksand"/>
                  <a:ea typeface="Quicksand"/>
                  <a:cs typeface="Quicksand"/>
                  <a:sym typeface="Quicksand"/>
                </a:rPr>
                <a:t>Lynette Lim</a:t>
              </a:r>
              <a:endParaRPr sz="1600" b="1" i="0" u="none" strike="noStrike" cap="none">
                <a:solidFill>
                  <a:srgbClr val="F45324"/>
                </a:solidFill>
                <a:latin typeface="Quicksand"/>
                <a:ea typeface="Quicksand"/>
                <a:cs typeface="Quicksand"/>
                <a:sym typeface="Quicksand"/>
              </a:endParaRPr>
            </a:p>
            <a:p>
              <a:pPr marL="12700" marR="0" lvl="0" indent="0" algn="ctr" rtl="0">
                <a:lnSpc>
                  <a:spcPct val="100000"/>
                </a:lnSpc>
                <a:spcBef>
                  <a:spcPts val="0"/>
                </a:spcBef>
                <a:spcAft>
                  <a:spcPts val="0"/>
                </a:spcAft>
                <a:buClr>
                  <a:srgbClr val="000000"/>
                </a:buClr>
                <a:buSzPts val="1400"/>
                <a:buFont typeface="Arial" panose="020B0604020202020204"/>
                <a:buNone/>
              </a:pPr>
              <a:r>
                <a:rPr lang="en-US" sz="1400" b="0" i="0" u="none" strike="noStrike" cap="none">
                  <a:solidFill>
                    <a:srgbClr val="000000"/>
                  </a:solidFill>
                  <a:latin typeface="Quicksand"/>
                  <a:ea typeface="Quicksand"/>
                  <a:cs typeface="Quicksand"/>
                  <a:sym typeface="Quicksand"/>
                </a:rPr>
                <a:t>Front-End Developer</a:t>
              </a:r>
              <a:endParaRPr sz="1400" b="0" i="0" u="none" strike="noStrike" cap="none">
                <a:solidFill>
                  <a:srgbClr val="000000"/>
                </a:solidFill>
                <a:latin typeface="Quicksand"/>
                <a:ea typeface="Quicksand"/>
                <a:cs typeface="Quicksand"/>
                <a:sym typeface="Quicksand"/>
              </a:endParaRPr>
            </a:p>
            <a:p>
              <a:pPr marL="12700" marR="0" lvl="0" indent="0" algn="ctr" rtl="0">
                <a:lnSpc>
                  <a:spcPct val="100000"/>
                </a:lnSpc>
                <a:spcBef>
                  <a:spcPts val="0"/>
                </a:spcBef>
                <a:spcAft>
                  <a:spcPts val="0"/>
                </a:spcAft>
                <a:buClr>
                  <a:srgbClr val="000000"/>
                </a:buClr>
                <a:buSzPts val="1400"/>
                <a:buFont typeface="Arial" panose="020B0604020202020204"/>
                <a:buNone/>
              </a:pPr>
              <a:r>
                <a:rPr lang="en-US" sz="1400" b="1" i="0" u="none" strike="noStrike" cap="none">
                  <a:solidFill>
                    <a:srgbClr val="000000"/>
                  </a:solidFill>
                  <a:latin typeface="Quicksand"/>
                  <a:ea typeface="Quicksand"/>
                  <a:cs typeface="Quicksand"/>
                  <a:sym typeface="Quicksand"/>
                </a:rPr>
                <a:t>Sparkline Pte Ltd</a:t>
              </a:r>
              <a:endParaRPr sz="1400" b="1" i="0" u="none" strike="noStrike" cap="none">
                <a:solidFill>
                  <a:srgbClr val="000000"/>
                </a:solidFill>
                <a:latin typeface="Quicksand"/>
                <a:ea typeface="Quicksand"/>
                <a:cs typeface="Quicksand"/>
                <a:sym typeface="Quicksand"/>
              </a:endParaRPr>
            </a:p>
            <a:p>
              <a:pPr marL="12700" marR="0" lvl="0" indent="0" algn="l" rtl="0">
                <a:lnSpc>
                  <a:spcPct val="100000"/>
                </a:lnSpc>
                <a:spcBef>
                  <a:spcPts val="0"/>
                </a:spcBef>
                <a:spcAft>
                  <a:spcPts val="0"/>
                </a:spcAft>
                <a:buClr>
                  <a:srgbClr val="000000"/>
                </a:buClr>
                <a:buSzPts val="1400"/>
                <a:buFont typeface="Arial" panose="020B0604020202020204"/>
                <a:buNone/>
              </a:pPr>
              <a:endParaRPr sz="1400" b="1" i="0" u="none" strike="noStrike" cap="none">
                <a:solidFill>
                  <a:srgbClr val="000000"/>
                </a:solidFill>
                <a:latin typeface="Quicksand"/>
                <a:ea typeface="Quicksand"/>
                <a:cs typeface="Quicksand"/>
                <a:sym typeface="Quicksand"/>
              </a:endParaRPr>
            </a:p>
          </p:txBody>
        </p:sp>
      </p:grpSp>
      <p:grpSp>
        <p:nvGrpSpPr>
          <p:cNvPr id="116" name="Google Shape;116;p19"/>
          <p:cNvGrpSpPr/>
          <p:nvPr/>
        </p:nvGrpSpPr>
        <p:grpSpPr>
          <a:xfrm>
            <a:off x="4501838" y="427424"/>
            <a:ext cx="2689500" cy="2596201"/>
            <a:chOff x="9346575" y="-421502"/>
            <a:chExt cx="5379000" cy="5192402"/>
          </a:xfrm>
        </p:grpSpPr>
        <p:pic>
          <p:nvPicPr>
            <p:cNvPr id="117" name="Google Shape;117;p19"/>
            <p:cNvPicPr preferRelativeResize="0"/>
            <p:nvPr/>
          </p:nvPicPr>
          <p:blipFill rotWithShape="1">
            <a:blip r:embed="rId4"/>
            <a:srcRect/>
            <a:stretch>
              <a:fillRect/>
            </a:stretch>
          </p:blipFill>
          <p:spPr>
            <a:xfrm>
              <a:off x="10355100" y="-421502"/>
              <a:ext cx="3657600" cy="3657600"/>
            </a:xfrm>
            <a:prstGeom prst="ellipse">
              <a:avLst/>
            </a:prstGeom>
            <a:noFill/>
            <a:ln>
              <a:noFill/>
            </a:ln>
          </p:spPr>
        </p:pic>
        <p:sp>
          <p:nvSpPr>
            <p:cNvPr id="118" name="Google Shape;118;p19"/>
            <p:cNvSpPr txBox="1"/>
            <p:nvPr/>
          </p:nvSpPr>
          <p:spPr>
            <a:xfrm>
              <a:off x="9346575" y="3236100"/>
              <a:ext cx="5379000" cy="1534800"/>
            </a:xfrm>
            <a:prstGeom prst="rect">
              <a:avLst/>
            </a:prstGeom>
            <a:noFill/>
            <a:ln>
              <a:noFill/>
            </a:ln>
          </p:spPr>
          <p:txBody>
            <a:bodyPr spcFirstLastPara="1" wrap="square" lIns="0" tIns="6350" rIns="0" bIns="0" anchor="t" anchorCtr="0">
              <a:noAutofit/>
            </a:bodyPr>
            <a:lstStyle/>
            <a:p>
              <a:pPr marL="12700" marR="0" lvl="0" indent="0" algn="ctr" rtl="0">
                <a:lnSpc>
                  <a:spcPct val="100000"/>
                </a:lnSpc>
                <a:spcBef>
                  <a:spcPts val="0"/>
                </a:spcBef>
                <a:spcAft>
                  <a:spcPts val="0"/>
                </a:spcAft>
                <a:buClr>
                  <a:srgbClr val="000000"/>
                </a:buClr>
                <a:buSzPts val="1600"/>
                <a:buFont typeface="Arial" panose="020B0604020202020204"/>
                <a:buNone/>
              </a:pPr>
              <a:r>
                <a:rPr lang="en-US" sz="1600" b="1" i="0" u="none" strike="noStrike" cap="none">
                  <a:solidFill>
                    <a:srgbClr val="F45324"/>
                  </a:solidFill>
                  <a:latin typeface="Quicksand"/>
                  <a:ea typeface="Quicksand"/>
                  <a:cs typeface="Quicksand"/>
                  <a:sym typeface="Quicksand"/>
                </a:rPr>
                <a:t>Jimmy Hsu</a:t>
              </a:r>
              <a:endParaRPr sz="1600" b="1" i="0" u="none" strike="noStrike" cap="none">
                <a:solidFill>
                  <a:srgbClr val="F45324"/>
                </a:solidFill>
                <a:latin typeface="Quicksand"/>
                <a:ea typeface="Quicksand"/>
                <a:cs typeface="Quicksand"/>
                <a:sym typeface="Quicksand"/>
              </a:endParaRPr>
            </a:p>
            <a:p>
              <a:pPr marL="12700" marR="0" lvl="0" indent="0" algn="ctr" rtl="0">
                <a:lnSpc>
                  <a:spcPct val="100000"/>
                </a:lnSpc>
                <a:spcBef>
                  <a:spcPts val="0"/>
                </a:spcBef>
                <a:spcAft>
                  <a:spcPts val="0"/>
                </a:spcAft>
                <a:buClr>
                  <a:srgbClr val="000000"/>
                </a:buClr>
                <a:buSzPts val="1400"/>
                <a:buFont typeface="Arial" panose="020B0604020202020204"/>
                <a:buNone/>
              </a:pPr>
              <a:r>
                <a:rPr lang="en-US" sz="1400" b="0" i="0" u="none" strike="noStrike" cap="none">
                  <a:solidFill>
                    <a:srgbClr val="000000"/>
                  </a:solidFill>
                  <a:latin typeface="Quicksand"/>
                  <a:ea typeface="Quicksand"/>
                  <a:cs typeface="Quicksand"/>
                  <a:sym typeface="Quicksand"/>
                </a:rPr>
                <a:t>IT Engineer</a:t>
              </a:r>
              <a:endParaRPr sz="1400" b="0" i="0" u="none" strike="noStrike" cap="none">
                <a:solidFill>
                  <a:srgbClr val="000000"/>
                </a:solidFill>
                <a:latin typeface="Quicksand"/>
                <a:ea typeface="Quicksand"/>
                <a:cs typeface="Quicksand"/>
                <a:sym typeface="Quicksand"/>
              </a:endParaRPr>
            </a:p>
            <a:p>
              <a:pPr marL="12700" marR="0" lvl="0" indent="0" algn="ctr" rtl="0">
                <a:lnSpc>
                  <a:spcPct val="100000"/>
                </a:lnSpc>
                <a:spcBef>
                  <a:spcPts val="0"/>
                </a:spcBef>
                <a:spcAft>
                  <a:spcPts val="0"/>
                </a:spcAft>
                <a:buClr>
                  <a:srgbClr val="000000"/>
                </a:buClr>
                <a:buSzPts val="1400"/>
                <a:buFont typeface="Arial" panose="020B0604020202020204"/>
                <a:buNone/>
              </a:pPr>
              <a:r>
                <a:rPr lang="en-US" sz="1400" b="1" i="0" u="none" strike="noStrike" cap="none">
                  <a:solidFill>
                    <a:srgbClr val="000000"/>
                  </a:solidFill>
                  <a:latin typeface="Quicksand"/>
                  <a:ea typeface="Quicksand"/>
                  <a:cs typeface="Quicksand"/>
                  <a:sym typeface="Quicksand"/>
                </a:rPr>
                <a:t>Singtel</a:t>
              </a:r>
              <a:endParaRPr sz="1400" b="1" i="0" u="none" strike="noStrike" cap="none">
                <a:solidFill>
                  <a:srgbClr val="000000"/>
                </a:solidFill>
                <a:latin typeface="Quicksand"/>
                <a:ea typeface="Quicksand"/>
                <a:cs typeface="Quicksand"/>
                <a:sym typeface="Quicksand"/>
              </a:endParaRPr>
            </a:p>
            <a:p>
              <a:pPr marL="12700" marR="0" lvl="0" indent="0" algn="l" rtl="0">
                <a:lnSpc>
                  <a:spcPct val="100000"/>
                </a:lnSpc>
                <a:spcBef>
                  <a:spcPts val="0"/>
                </a:spcBef>
                <a:spcAft>
                  <a:spcPts val="0"/>
                </a:spcAft>
                <a:buClr>
                  <a:srgbClr val="000000"/>
                </a:buClr>
                <a:buSzPts val="1400"/>
                <a:buFont typeface="Arial" panose="020B0604020202020204"/>
                <a:buNone/>
              </a:pPr>
              <a:endParaRPr sz="1400" b="1" i="0" u="none" strike="noStrike" cap="none">
                <a:solidFill>
                  <a:srgbClr val="000000"/>
                </a:solidFill>
                <a:latin typeface="Quicksand"/>
                <a:ea typeface="Quicksand"/>
                <a:cs typeface="Quicksand"/>
                <a:sym typeface="Quicksand"/>
              </a:endParaRPr>
            </a:p>
          </p:txBody>
        </p:sp>
      </p:grpSp>
      <p:sp>
        <p:nvSpPr>
          <p:cNvPr id="119" name="Google Shape;119;p19"/>
          <p:cNvSpPr txBox="1"/>
          <p:nvPr>
            <p:ph type="title"/>
          </p:nvPr>
        </p:nvSpPr>
        <p:spPr>
          <a:xfrm>
            <a:off x="400500" y="93473"/>
            <a:ext cx="8343000" cy="716100"/>
          </a:xfrm>
          <a:prstGeom prst="rect">
            <a:avLst/>
          </a:prstGeom>
          <a:noFill/>
          <a:ln>
            <a:noFill/>
          </a:ln>
        </p:spPr>
        <p:txBody>
          <a:bodyPr spcFirstLastPara="1" wrap="square" lIns="0" tIns="6350" rIns="0" bIns="0" anchor="t" anchorCtr="0">
            <a:noAutofit/>
          </a:bodyPr>
          <a:lstStyle/>
          <a:p>
            <a:pPr marL="12700" lvl="0" indent="0" algn="l" rtl="0">
              <a:lnSpc>
                <a:spcPct val="100000"/>
              </a:lnSpc>
              <a:spcBef>
                <a:spcPts val="0"/>
              </a:spcBef>
              <a:spcAft>
                <a:spcPts val="0"/>
              </a:spcAft>
              <a:buSzPts val="3300"/>
              <a:buNone/>
            </a:pPr>
            <a:r>
              <a:rPr lang="en-US" sz="3600">
                <a:solidFill>
                  <a:srgbClr val="F45324"/>
                </a:solidFill>
                <a:latin typeface="Quicksand"/>
                <a:ea typeface="Quicksand"/>
                <a:cs typeface="Quicksand"/>
                <a:sym typeface="Quicksand"/>
              </a:rPr>
              <a:t>Our Graduates</a:t>
            </a:r>
            <a:endParaRPr sz="3600">
              <a:solidFill>
                <a:srgbClr val="F45324"/>
              </a:solidFill>
              <a:latin typeface="Quicksand"/>
              <a:ea typeface="Quicksand"/>
              <a:cs typeface="Quicksand"/>
              <a:sym typeface="Quicksand"/>
            </a:endParaRPr>
          </a:p>
          <a:p>
            <a:pPr marL="0" lvl="0" indent="0" algn="l" rtl="0">
              <a:lnSpc>
                <a:spcPct val="100000"/>
              </a:lnSpc>
              <a:spcBef>
                <a:spcPts val="0"/>
              </a:spcBef>
              <a:spcAft>
                <a:spcPts val="0"/>
              </a:spcAft>
              <a:buSzPts val="3300"/>
              <a:buNone/>
            </a:pPr>
            <a:endParaRPr sz="3600">
              <a:solidFill>
                <a:srgbClr val="F45324"/>
              </a:solidFill>
              <a:latin typeface="Quicksand"/>
              <a:ea typeface="Quicksand"/>
              <a:cs typeface="Quicksand"/>
              <a:sym typeface="Quicksand"/>
            </a:endParaRPr>
          </a:p>
        </p:txBody>
      </p:sp>
      <p:grpSp>
        <p:nvGrpSpPr>
          <p:cNvPr id="120" name="Google Shape;120;p19"/>
          <p:cNvGrpSpPr/>
          <p:nvPr/>
        </p:nvGrpSpPr>
        <p:grpSpPr>
          <a:xfrm>
            <a:off x="6753188" y="-510500"/>
            <a:ext cx="2350079" cy="1428750"/>
            <a:chOff x="13220627" y="-1021000"/>
            <a:chExt cx="4700158" cy="2857500"/>
          </a:xfrm>
        </p:grpSpPr>
        <p:sp>
          <p:nvSpPr>
            <p:cNvPr id="121" name="Google Shape;121;p19"/>
            <p:cNvSpPr/>
            <p:nvPr/>
          </p:nvSpPr>
          <p:spPr>
            <a:xfrm rot="10800000">
              <a:off x="13220627" y="-1021000"/>
              <a:ext cx="3033300" cy="2857500"/>
            </a:xfrm>
            <a:prstGeom prst="ellipse">
              <a:avLst/>
            </a:prstGeom>
            <a:solidFill>
              <a:srgbClr val="F45324"/>
            </a:solidFill>
            <a:ln>
              <a:noFill/>
            </a:ln>
          </p:spPr>
          <p:txBody>
            <a:bodyPr spcFirstLastPara="1" wrap="square" lIns="45725" tIns="45725" rIns="45725" bIns="457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cxnSp>
          <p:nvCxnSpPr>
            <p:cNvPr id="122" name="Google Shape;122;p19"/>
            <p:cNvCxnSpPr/>
            <p:nvPr/>
          </p:nvCxnSpPr>
          <p:spPr>
            <a:xfrm rot="10800000">
              <a:off x="14213998" y="1046059"/>
              <a:ext cx="3273000" cy="0"/>
            </a:xfrm>
            <a:prstGeom prst="straightConnector1">
              <a:avLst/>
            </a:prstGeom>
            <a:noFill/>
            <a:ln w="38100" cap="flat" cmpd="sng">
              <a:solidFill>
                <a:schemeClr val="dk1"/>
              </a:solidFill>
              <a:prstDash val="solid"/>
              <a:round/>
              <a:headEnd type="none" w="sm" len="sm"/>
              <a:tailEnd type="none" w="sm" len="sm"/>
            </a:ln>
          </p:spPr>
        </p:cxnSp>
        <p:cxnSp>
          <p:nvCxnSpPr>
            <p:cNvPr id="123" name="Google Shape;123;p19"/>
            <p:cNvCxnSpPr/>
            <p:nvPr/>
          </p:nvCxnSpPr>
          <p:spPr>
            <a:xfrm rot="10800000">
              <a:off x="14647784" y="693492"/>
              <a:ext cx="3273000" cy="0"/>
            </a:xfrm>
            <a:prstGeom prst="straightConnector1">
              <a:avLst/>
            </a:prstGeom>
            <a:noFill/>
            <a:ln w="38100" cap="flat" cmpd="sng">
              <a:solidFill>
                <a:schemeClr val="dk1"/>
              </a:solidFill>
              <a:prstDash val="solid"/>
              <a:round/>
              <a:headEnd type="none" w="sm" len="sm"/>
              <a:tailEnd type="none" w="sm" len="sm"/>
            </a:ln>
          </p:spPr>
        </p:cxnSp>
      </p:grpSp>
      <p:sp>
        <p:nvSpPr>
          <p:cNvPr id="124" name="Google Shape;124;p19"/>
          <p:cNvSpPr txBox="1"/>
          <p:nvPr/>
        </p:nvSpPr>
        <p:spPr>
          <a:xfrm>
            <a:off x="984038" y="4723088"/>
            <a:ext cx="6630600" cy="264000"/>
          </a:xfrm>
          <a:prstGeom prst="rect">
            <a:avLst/>
          </a:prstGeom>
          <a:noFill/>
          <a:ln>
            <a:noFill/>
          </a:ln>
        </p:spPr>
        <p:txBody>
          <a:bodyPr spcFirstLastPara="1" wrap="square" lIns="45725" tIns="45725" rIns="45725" bIns="45725" anchor="t" anchorCtr="0">
            <a:noAutofit/>
          </a:bodyPr>
          <a:lstStyle/>
          <a:p>
            <a:pPr marL="0" marR="0" lvl="0" indent="0" algn="l" rtl="0">
              <a:lnSpc>
                <a:spcPct val="100000"/>
              </a:lnSpc>
              <a:spcBef>
                <a:spcPts val="0"/>
              </a:spcBef>
              <a:spcAft>
                <a:spcPts val="0"/>
              </a:spcAft>
              <a:buClr>
                <a:srgbClr val="000000"/>
              </a:buClr>
              <a:buSzPts val="400"/>
              <a:buFont typeface="Arial" panose="020B0604020202020204"/>
              <a:buNone/>
            </a:pPr>
            <a:r>
              <a:rPr lang="en-US" sz="400" b="0" i="0" u="none" strike="noStrike" cap="none">
                <a:solidFill>
                  <a:srgbClr val="000000"/>
                </a:solidFill>
                <a:latin typeface="Arial" panose="020B0604020202020204"/>
                <a:ea typeface="Arial" panose="020B0604020202020204"/>
                <a:cs typeface="Arial" panose="020B0604020202020204"/>
                <a:sym typeface="Arial" panose="020B0604020202020204"/>
              </a:rPr>
              <a:t>Without prejudice to the rights of Trent Global College Of Technology &amp; Management Pte. Ltd. ERF Validity 08 July 2019 to 07 July 2023 (Reg Num: 200400538K), the information herein is correct at the time of printing and Trent Global College Of Technology &amp; Management Pte. Ltd. reserves the right to make, without prior notice, amendments, changes, modifications or alterations and as such there shall be no liability in respect of the said amendments, changes, modifications or alterations.</a:t>
            </a:r>
            <a:endParaRPr sz="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pic>
        <p:nvPicPr>
          <p:cNvPr id="125" name="Google Shape;125;p19"/>
          <p:cNvPicPr preferRelativeResize="0"/>
          <p:nvPr/>
        </p:nvPicPr>
        <p:blipFill rotWithShape="1">
          <a:blip r:embed="rId5"/>
          <a:srcRect/>
          <a:stretch>
            <a:fillRect/>
          </a:stretch>
        </p:blipFill>
        <p:spPr>
          <a:xfrm>
            <a:off x="210600" y="4394075"/>
            <a:ext cx="653875" cy="593026"/>
          </a:xfrm>
          <a:prstGeom prst="rect">
            <a:avLst/>
          </a:prstGeom>
          <a:noFill/>
          <a:ln>
            <a:noFill/>
          </a:ln>
        </p:spPr>
      </p:pic>
      <p:pic>
        <p:nvPicPr>
          <p:cNvPr id="126" name="Google Shape;126;p19"/>
          <p:cNvPicPr preferRelativeResize="0"/>
          <p:nvPr/>
        </p:nvPicPr>
        <p:blipFill>
          <a:blip r:embed="rId6"/>
          <a:stretch>
            <a:fillRect/>
          </a:stretch>
        </p:blipFill>
        <p:spPr>
          <a:xfrm>
            <a:off x="8557150" y="4773050"/>
            <a:ext cx="586850" cy="3704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30" name="Shape 130"/>
        <p:cNvGrpSpPr/>
        <p:nvPr/>
      </p:nvGrpSpPr>
      <p:grpSpPr>
        <a:xfrm>
          <a:off x="0" y="0"/>
          <a:ext cx="0" cy="0"/>
          <a:chOff x="0" y="0"/>
          <a:chExt cx="0" cy="0"/>
        </a:xfrm>
      </p:grpSpPr>
      <p:sp>
        <p:nvSpPr>
          <p:cNvPr id="131" name="Google Shape;131;p20"/>
          <p:cNvSpPr txBox="1"/>
          <p:nvPr>
            <p:ph type="title"/>
          </p:nvPr>
        </p:nvSpPr>
        <p:spPr>
          <a:xfrm>
            <a:off x="321144" y="246401"/>
            <a:ext cx="7340700" cy="86670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Clr>
                <a:schemeClr val="lt1"/>
              </a:buClr>
              <a:buSzPts val="3300"/>
              <a:buFont typeface="Roboto" panose="02000000000000000000"/>
              <a:buNone/>
            </a:pPr>
            <a:r>
              <a:rPr lang="en-US"/>
              <a:t>Zenika</a:t>
            </a:r>
            <a:endParaRPr lang="en-US"/>
          </a:p>
        </p:txBody>
      </p:sp>
      <p:sp>
        <p:nvSpPr>
          <p:cNvPr id="132" name="Google Shape;132;p20"/>
          <p:cNvSpPr txBox="1"/>
          <p:nvPr/>
        </p:nvSpPr>
        <p:spPr>
          <a:xfrm>
            <a:off x="3151575" y="1835200"/>
            <a:ext cx="5268900" cy="2198400"/>
          </a:xfrm>
          <a:prstGeom prst="rect">
            <a:avLst/>
          </a:prstGeom>
          <a:noFill/>
          <a:ln>
            <a:noFill/>
          </a:ln>
        </p:spPr>
        <p:txBody>
          <a:bodyPr spcFirstLastPara="1" wrap="square" lIns="91425" tIns="91425" rIns="91425" bIns="91425" anchor="t" anchorCtr="0">
            <a:noAutofit/>
          </a:bodyPr>
          <a:lstStyle/>
          <a:p>
            <a:pPr marL="457200" marR="0" lvl="0" indent="-317500" algn="l" rtl="0">
              <a:lnSpc>
                <a:spcPct val="100000"/>
              </a:lnSpc>
              <a:spcBef>
                <a:spcPts val="0"/>
              </a:spcBef>
              <a:spcAft>
                <a:spcPts val="0"/>
              </a:spcAft>
              <a:buClr>
                <a:srgbClr val="FFB900"/>
              </a:buClr>
              <a:buSzPts val="1400"/>
              <a:buChar char="▸"/>
            </a:pPr>
            <a:r>
              <a:rPr lang="en-US" b="1">
                <a:solidFill>
                  <a:srgbClr val="3E4655"/>
                </a:solidFill>
              </a:rPr>
              <a:t>T</a:t>
            </a:r>
            <a:r>
              <a:rPr lang="en-US" b="1"/>
              <a:t>echnological</a:t>
            </a:r>
            <a:r>
              <a:rPr lang="en-US" b="1">
                <a:solidFill>
                  <a:srgbClr val="3E4655"/>
                </a:solidFill>
              </a:rPr>
              <a:t> </a:t>
            </a:r>
            <a:r>
              <a:rPr lang="en-US">
                <a:solidFill>
                  <a:srgbClr val="3E4655"/>
                </a:solidFill>
              </a:rPr>
              <a:t>and </a:t>
            </a:r>
            <a:r>
              <a:rPr lang="en-US" b="1">
                <a:solidFill>
                  <a:srgbClr val="3E4655"/>
                </a:solidFill>
              </a:rPr>
              <a:t>organizational innovation</a:t>
            </a:r>
            <a:r>
              <a:rPr lang="en-US">
                <a:solidFill>
                  <a:srgbClr val="3E4655"/>
                </a:solidFill>
              </a:rPr>
              <a:t>.</a:t>
            </a:r>
            <a:br>
              <a:rPr lang="en-US">
                <a:solidFill>
                  <a:srgbClr val="3E4655"/>
                </a:solidFill>
              </a:rPr>
            </a:br>
            <a:r>
              <a:rPr lang="en-US">
                <a:solidFill>
                  <a:srgbClr val="3E4655"/>
                </a:solidFill>
              </a:rPr>
              <a:t>Building together a simpler, more open,</a:t>
            </a:r>
            <a:br>
              <a:rPr lang="en-US">
                <a:solidFill>
                  <a:srgbClr val="3E4655"/>
                </a:solidFill>
              </a:rPr>
            </a:br>
            <a:r>
              <a:rPr lang="en-US">
                <a:solidFill>
                  <a:srgbClr val="3E4655"/>
                </a:solidFill>
              </a:rPr>
              <a:t>freer and accessible world. </a:t>
            </a:r>
            <a:endParaRPr>
              <a:solidFill>
                <a:srgbClr val="3E4655"/>
              </a:solidFill>
            </a:endParaRPr>
          </a:p>
          <a:p>
            <a:pPr marL="457200" marR="0" lvl="0" indent="0" algn="l" rtl="0">
              <a:lnSpc>
                <a:spcPct val="100000"/>
              </a:lnSpc>
              <a:spcBef>
                <a:spcPts val="0"/>
              </a:spcBef>
              <a:spcAft>
                <a:spcPts val="0"/>
              </a:spcAft>
              <a:buNone/>
            </a:pPr>
            <a:endParaRPr>
              <a:solidFill>
                <a:srgbClr val="3E4655"/>
              </a:solidFill>
            </a:endParaRPr>
          </a:p>
          <a:p>
            <a:pPr marL="457200" lvl="0" indent="-317500" algn="l" rtl="0">
              <a:spcBef>
                <a:spcPts val="0"/>
              </a:spcBef>
              <a:spcAft>
                <a:spcPts val="0"/>
              </a:spcAft>
              <a:buClr>
                <a:srgbClr val="FFB900"/>
              </a:buClr>
              <a:buSzPts val="1400"/>
              <a:buChar char="▸"/>
            </a:pPr>
            <a:r>
              <a:rPr lang="en-US">
                <a:solidFill>
                  <a:srgbClr val="3E4655"/>
                </a:solidFill>
              </a:rPr>
              <a:t>Zenika is a </a:t>
            </a:r>
            <a:r>
              <a:rPr lang="en-US" b="1">
                <a:solidFill>
                  <a:srgbClr val="3E4655"/>
                </a:solidFill>
              </a:rPr>
              <a:t>500 </a:t>
            </a:r>
            <a:r>
              <a:rPr lang="en-US">
                <a:solidFill>
                  <a:srgbClr val="3E4655"/>
                </a:solidFill>
              </a:rPr>
              <a:t>people company specialized in </a:t>
            </a:r>
            <a:r>
              <a:rPr lang="en-US" b="1">
                <a:solidFill>
                  <a:srgbClr val="3E4655"/>
                </a:solidFill>
              </a:rPr>
              <a:t>software architecture</a:t>
            </a:r>
            <a:r>
              <a:rPr lang="en-US">
                <a:solidFill>
                  <a:srgbClr val="3E4655"/>
                </a:solidFill>
              </a:rPr>
              <a:t> and </a:t>
            </a:r>
            <a:r>
              <a:rPr lang="en-US" b="1">
                <a:solidFill>
                  <a:srgbClr val="3E4655"/>
                </a:solidFill>
              </a:rPr>
              <a:t>Agile methods</a:t>
            </a:r>
            <a:r>
              <a:rPr lang="en-US">
                <a:solidFill>
                  <a:srgbClr val="3E4655"/>
                </a:solidFill>
              </a:rPr>
              <a:t> with a threefold- -expertise in </a:t>
            </a:r>
            <a:r>
              <a:rPr lang="en-US" b="1">
                <a:solidFill>
                  <a:srgbClr val="3E4655"/>
                </a:solidFill>
              </a:rPr>
              <a:t>consulting</a:t>
            </a:r>
            <a:r>
              <a:rPr lang="en-US">
                <a:solidFill>
                  <a:srgbClr val="3E4655"/>
                </a:solidFill>
              </a:rPr>
              <a:t>, </a:t>
            </a:r>
            <a:r>
              <a:rPr lang="en-US" b="1">
                <a:solidFill>
                  <a:srgbClr val="3E4655"/>
                </a:solidFill>
              </a:rPr>
              <a:t>realization </a:t>
            </a:r>
            <a:r>
              <a:rPr lang="en-US">
                <a:solidFill>
                  <a:srgbClr val="3E4655"/>
                </a:solidFill>
              </a:rPr>
              <a:t>and </a:t>
            </a:r>
            <a:r>
              <a:rPr lang="en-US" b="1">
                <a:solidFill>
                  <a:srgbClr val="3E4655"/>
                </a:solidFill>
              </a:rPr>
              <a:t>training</a:t>
            </a:r>
            <a:r>
              <a:rPr lang="en-US">
                <a:solidFill>
                  <a:srgbClr val="3E4655"/>
                </a:solidFill>
              </a:rPr>
              <a:t>.</a:t>
            </a:r>
            <a:endParaRPr>
              <a:solidFill>
                <a:srgbClr val="3E4655"/>
              </a:solidFill>
            </a:endParaRPr>
          </a:p>
          <a:p>
            <a:pPr marL="457200" lvl="0" indent="0" algn="l" rtl="0">
              <a:spcBef>
                <a:spcPts val="0"/>
              </a:spcBef>
              <a:spcAft>
                <a:spcPts val="0"/>
              </a:spcAft>
              <a:buNone/>
            </a:pPr>
            <a:endParaRPr>
              <a:solidFill>
                <a:srgbClr val="3E4655"/>
              </a:solidFill>
            </a:endParaRPr>
          </a:p>
          <a:p>
            <a:pPr marL="457200" marR="0" lvl="0" indent="-317500" algn="l" rtl="0">
              <a:lnSpc>
                <a:spcPct val="100000"/>
              </a:lnSpc>
              <a:spcBef>
                <a:spcPts val="0"/>
              </a:spcBef>
              <a:spcAft>
                <a:spcPts val="0"/>
              </a:spcAft>
              <a:buClr>
                <a:srgbClr val="FFB900"/>
              </a:buClr>
              <a:buSzPts val="1400"/>
              <a:buChar char="▸"/>
            </a:pPr>
            <a:r>
              <a:rPr lang="en-US">
                <a:solidFill>
                  <a:srgbClr val="3E4655"/>
                </a:solidFill>
              </a:rPr>
              <a:t>We have organised </a:t>
            </a:r>
            <a:r>
              <a:rPr lang="en-US" b="1">
                <a:solidFill>
                  <a:srgbClr val="3E4655"/>
                </a:solidFill>
              </a:rPr>
              <a:t>680 training sessions</a:t>
            </a:r>
            <a:r>
              <a:rPr lang="en-US">
                <a:solidFill>
                  <a:srgbClr val="3E4655"/>
                </a:solidFill>
              </a:rPr>
              <a:t> worldwide in 2019</a:t>
            </a:r>
            <a:endParaRPr>
              <a:solidFill>
                <a:srgbClr val="3E4655"/>
              </a:solidFill>
            </a:endParaRPr>
          </a:p>
          <a:p>
            <a:pPr marL="457200" marR="0" lvl="0" indent="0" algn="l" rtl="0">
              <a:lnSpc>
                <a:spcPct val="100000"/>
              </a:lnSpc>
              <a:spcBef>
                <a:spcPts val="0"/>
              </a:spcBef>
              <a:spcAft>
                <a:spcPts val="0"/>
              </a:spcAft>
              <a:buNone/>
            </a:pPr>
            <a:endParaRPr>
              <a:solidFill>
                <a:srgbClr val="3E4655"/>
              </a:solidFill>
            </a:endParaRPr>
          </a:p>
          <a:p>
            <a:pPr marL="0" marR="0" lvl="0" indent="0" algn="l" rtl="0">
              <a:lnSpc>
                <a:spcPct val="100000"/>
              </a:lnSpc>
              <a:spcBef>
                <a:spcPts val="820"/>
              </a:spcBef>
              <a:spcAft>
                <a:spcPts val="0"/>
              </a:spcAft>
              <a:buClr>
                <a:srgbClr val="000000"/>
              </a:buClr>
              <a:buSzPts val="2300"/>
              <a:buFont typeface="Arial" panose="020B0604020202020204"/>
              <a:buNone/>
            </a:pPr>
            <a:r>
              <a:rPr lang="en-US" sz="2300" b="1" i="0" u="sng" strike="noStrike" cap="none">
                <a:solidFill>
                  <a:schemeClr val="hlink"/>
                </a:solidFill>
                <a:latin typeface="Quicksand"/>
                <a:ea typeface="Quicksand"/>
                <a:cs typeface="Quicksand"/>
                <a:sym typeface="Quicksand"/>
                <a:hlinkClick r:id="rId1"/>
              </a:rPr>
              <a:t>ww</a:t>
            </a:r>
            <a:r>
              <a:rPr lang="en-US" sz="2300" b="1" u="sng">
                <a:solidFill>
                  <a:schemeClr val="hlink"/>
                </a:solidFill>
                <a:latin typeface="Quicksand"/>
                <a:ea typeface="Quicksand"/>
                <a:cs typeface="Quicksand"/>
                <a:sym typeface="Quicksand"/>
                <a:hlinkClick r:id="rId1"/>
              </a:rPr>
              <a:t>w.</a:t>
            </a:r>
            <a:r>
              <a:rPr lang="en-US" sz="2300" b="1" i="0" u="sng" strike="noStrike" cap="none">
                <a:solidFill>
                  <a:schemeClr val="hlink"/>
                </a:solidFill>
                <a:latin typeface="Quicksand"/>
                <a:ea typeface="Quicksand"/>
                <a:cs typeface="Quicksand"/>
                <a:sym typeface="Quicksand"/>
                <a:hlinkClick r:id="rId1"/>
              </a:rPr>
              <a:t>zenika.sg</a:t>
            </a:r>
            <a:r>
              <a:rPr lang="en-US" sz="2300"/>
              <a:t> / </a:t>
            </a:r>
            <a:r>
              <a:rPr lang="en-US" sz="2300" b="1" u="sng">
                <a:solidFill>
                  <a:schemeClr val="accent5"/>
                </a:solidFill>
                <a:latin typeface="Quicksand"/>
                <a:ea typeface="Quicksand"/>
                <a:cs typeface="Quicksand"/>
                <a:sym typeface="Quicksand"/>
                <a:hlinkClick r:id="rId1"/>
              </a:rPr>
              <a:t>www.zenika.com</a:t>
            </a:r>
            <a:endParaRPr sz="2300"/>
          </a:p>
        </p:txBody>
      </p:sp>
      <p:pic>
        <p:nvPicPr>
          <p:cNvPr id="133" name="Google Shape;133;p20" descr="A picture containing drawing&#10;&#10;Description automatically generated"/>
          <p:cNvPicPr preferRelativeResize="0"/>
          <p:nvPr/>
        </p:nvPicPr>
        <p:blipFill rotWithShape="1">
          <a:blip r:embed="rId2"/>
          <a:srcRect/>
          <a:stretch>
            <a:fillRect/>
          </a:stretch>
        </p:blipFill>
        <p:spPr>
          <a:xfrm>
            <a:off x="1018762" y="2024747"/>
            <a:ext cx="1815226" cy="1780850"/>
          </a:xfrm>
          <a:prstGeom prst="rect">
            <a:avLst/>
          </a:prstGeom>
          <a:noFill/>
          <a:ln>
            <a:noFill/>
          </a:ln>
        </p:spPr>
      </p:pic>
      <p:pic>
        <p:nvPicPr>
          <p:cNvPr id="134" name="Google Shape;134;p20"/>
          <p:cNvPicPr preferRelativeResize="0"/>
          <p:nvPr/>
        </p:nvPicPr>
        <p:blipFill>
          <a:blip r:embed="rId3"/>
          <a:stretch>
            <a:fillRect/>
          </a:stretch>
        </p:blipFill>
        <p:spPr>
          <a:xfrm>
            <a:off x="992375" y="4773050"/>
            <a:ext cx="586850" cy="3704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38" name="Shape 138"/>
        <p:cNvGrpSpPr/>
        <p:nvPr/>
      </p:nvGrpSpPr>
      <p:grpSpPr>
        <a:xfrm>
          <a:off x="0" y="0"/>
          <a:ext cx="0" cy="0"/>
          <a:chOff x="0" y="0"/>
          <a:chExt cx="0" cy="0"/>
        </a:xfrm>
      </p:grpSpPr>
      <p:pic>
        <p:nvPicPr>
          <p:cNvPr id="139" name="Google Shape;139;p21"/>
          <p:cNvPicPr preferRelativeResize="0"/>
          <p:nvPr/>
        </p:nvPicPr>
        <p:blipFill>
          <a:blip r:embed="rId1"/>
          <a:stretch>
            <a:fillRect/>
          </a:stretch>
        </p:blipFill>
        <p:spPr>
          <a:xfrm>
            <a:off x="0" y="1339"/>
            <a:ext cx="9143998" cy="5140822"/>
          </a:xfrm>
          <a:prstGeom prst="rect">
            <a:avLst/>
          </a:prstGeom>
          <a:noFill/>
          <a:ln>
            <a:noFill/>
          </a:ln>
        </p:spPr>
      </p:pic>
      <p:sp>
        <p:nvSpPr>
          <p:cNvPr id="140" name="Google Shape;140;p21"/>
          <p:cNvSpPr txBox="1"/>
          <p:nvPr>
            <p:ph type="ctrTitle"/>
          </p:nvPr>
        </p:nvSpPr>
        <p:spPr>
          <a:xfrm>
            <a:off x="311700" y="2801975"/>
            <a:ext cx="8520600" cy="1100700"/>
          </a:xfrm>
          <a:prstGeom prst="rect">
            <a:avLst/>
          </a:prstGeom>
          <a:noFill/>
          <a:ln>
            <a:noFill/>
          </a:ln>
        </p:spPr>
        <p:txBody>
          <a:bodyPr spcFirstLastPara="1" wrap="square" lIns="68575" tIns="34275" rIns="68575" bIns="34275" anchor="ctr" anchorCtr="0">
            <a:noAutofit/>
          </a:bodyPr>
          <a:lstStyle/>
          <a:p>
            <a:pPr marL="0" lvl="0" indent="0" algn="ctr" rtl="0">
              <a:lnSpc>
                <a:spcPct val="90000"/>
              </a:lnSpc>
              <a:spcBef>
                <a:spcPts val="0"/>
              </a:spcBef>
              <a:spcAft>
                <a:spcPts val="0"/>
              </a:spcAft>
              <a:buClr>
                <a:schemeClr val="lt1"/>
              </a:buClr>
              <a:buSzPts val="3300"/>
              <a:buFont typeface="Roboto" panose="02000000000000000000"/>
              <a:buNone/>
            </a:pPr>
            <a:r>
              <a:rPr lang="en-US" sz="3600" b="1">
                <a:solidFill>
                  <a:srgbClr val="EE5128"/>
                </a:solidFill>
                <a:latin typeface="Roboto" panose="02000000000000000000"/>
                <a:ea typeface="Roboto" panose="02000000000000000000"/>
                <a:cs typeface="Roboto" panose="02000000000000000000"/>
                <a:sym typeface="Roboto" panose="02000000000000000000"/>
              </a:rPr>
              <a:t>Introduction to Golang</a:t>
            </a:r>
            <a:endParaRPr sz="3600"/>
          </a:p>
        </p:txBody>
      </p:sp>
      <p:sp>
        <p:nvSpPr>
          <p:cNvPr id="141" name="Google Shape;141;p21"/>
          <p:cNvSpPr txBox="1"/>
          <p:nvPr>
            <p:ph type="subTitle" idx="1"/>
          </p:nvPr>
        </p:nvSpPr>
        <p:spPr>
          <a:xfrm>
            <a:off x="311700" y="3900925"/>
            <a:ext cx="8520600" cy="792600"/>
          </a:xfrm>
          <a:prstGeom prst="rect">
            <a:avLst/>
          </a:prstGeom>
          <a:noFill/>
          <a:ln>
            <a:noFill/>
          </a:ln>
        </p:spPr>
        <p:txBody>
          <a:bodyPr spcFirstLastPara="1" wrap="square" lIns="68575" tIns="34275" rIns="68575" bIns="34275" anchor="t" anchorCtr="0">
            <a:noAutofit/>
          </a:bodyPr>
          <a:lstStyle/>
          <a:p>
            <a:pPr marL="0" lvl="0" indent="0" algn="ctr" rtl="0">
              <a:lnSpc>
                <a:spcPct val="90000"/>
              </a:lnSpc>
              <a:spcBef>
                <a:spcPts val="0"/>
              </a:spcBef>
              <a:spcAft>
                <a:spcPts val="0"/>
              </a:spcAft>
              <a:buClr>
                <a:schemeClr val="lt1"/>
              </a:buClr>
              <a:buSzPts val="1800"/>
              <a:buNone/>
            </a:pPr>
            <a:r>
              <a:rPr lang="en-US" sz="1500"/>
              <a:t>Charles-Henri GUERIN</a:t>
            </a:r>
            <a:endParaRPr sz="1500"/>
          </a:p>
          <a:p>
            <a:pPr marL="0" lvl="0" indent="0" algn="ctr" rtl="0">
              <a:lnSpc>
                <a:spcPct val="90000"/>
              </a:lnSpc>
              <a:spcBef>
                <a:spcPts val="0"/>
              </a:spcBef>
              <a:spcAft>
                <a:spcPts val="0"/>
              </a:spcAft>
              <a:buClr>
                <a:schemeClr val="lt1"/>
              </a:buClr>
              <a:buSzPts val="1800"/>
              <a:buNone/>
            </a:pPr>
            <a:r>
              <a:rPr lang="en-US" sz="1200"/>
              <a:t>Senior Software Engineer</a:t>
            </a:r>
            <a:r>
              <a:rPr lang="en-US" sz="1200"/>
              <a:t> &amp; Trainer @Zenika France, Nantes</a:t>
            </a:r>
            <a:endParaRPr sz="1200"/>
          </a:p>
        </p:txBody>
      </p:sp>
      <p:pic>
        <p:nvPicPr>
          <p:cNvPr id="142" name="Google Shape;142;p21" descr="A picture containing drawing&#10;&#10;Description automatically generated"/>
          <p:cNvPicPr preferRelativeResize="0"/>
          <p:nvPr/>
        </p:nvPicPr>
        <p:blipFill rotWithShape="1">
          <a:blip r:embed="rId2"/>
          <a:srcRect/>
          <a:stretch>
            <a:fillRect/>
          </a:stretch>
        </p:blipFill>
        <p:spPr>
          <a:xfrm>
            <a:off x="8046310" y="4153988"/>
            <a:ext cx="757837" cy="687315"/>
          </a:xfrm>
          <a:prstGeom prst="rect">
            <a:avLst/>
          </a:prstGeom>
          <a:noFill/>
          <a:ln>
            <a:noFill/>
          </a:ln>
        </p:spPr>
      </p:pic>
      <p:pic>
        <p:nvPicPr>
          <p:cNvPr id="143" name="Google Shape;143;p21" descr="A picture containing drawing&#10;&#10;Description automatically generated"/>
          <p:cNvPicPr preferRelativeResize="0"/>
          <p:nvPr/>
        </p:nvPicPr>
        <p:blipFill rotWithShape="1">
          <a:blip r:embed="rId3"/>
          <a:srcRect/>
          <a:stretch>
            <a:fillRect/>
          </a:stretch>
        </p:blipFill>
        <p:spPr>
          <a:xfrm>
            <a:off x="6789888" y="3948020"/>
            <a:ext cx="910535" cy="893284"/>
          </a:xfrm>
          <a:prstGeom prst="rect">
            <a:avLst/>
          </a:prstGeom>
          <a:noFill/>
          <a:ln>
            <a:noFill/>
          </a:ln>
        </p:spPr>
      </p:pic>
      <p:pic>
        <p:nvPicPr>
          <p:cNvPr id="144" name="Google Shape;144;p21"/>
          <p:cNvPicPr preferRelativeResize="0"/>
          <p:nvPr/>
        </p:nvPicPr>
        <p:blipFill>
          <a:blip r:embed="rId4"/>
          <a:stretch>
            <a:fillRect/>
          </a:stretch>
        </p:blipFill>
        <p:spPr>
          <a:xfrm>
            <a:off x="0" y="4773050"/>
            <a:ext cx="586850" cy="3704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48" name="Shape 148"/>
        <p:cNvGrpSpPr/>
        <p:nvPr/>
      </p:nvGrpSpPr>
      <p:grpSpPr>
        <a:xfrm>
          <a:off x="0" y="0"/>
          <a:ext cx="0" cy="0"/>
          <a:chOff x="0" y="0"/>
          <a:chExt cx="0" cy="0"/>
        </a:xfrm>
      </p:grpSpPr>
      <p:sp>
        <p:nvSpPr>
          <p:cNvPr id="149" name="Google Shape;149;p22"/>
          <p:cNvSpPr txBox="1"/>
          <p:nvPr>
            <p:ph type="title"/>
          </p:nvPr>
        </p:nvSpPr>
        <p:spPr>
          <a:xfrm>
            <a:off x="321144" y="246401"/>
            <a:ext cx="7340700" cy="86670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Clr>
                <a:schemeClr val="lt1"/>
              </a:buClr>
              <a:buSzPts val="3300"/>
              <a:buFont typeface="Roboto" panose="02000000000000000000"/>
              <a:buNone/>
            </a:pPr>
            <a:r>
              <a:rPr lang="en-US"/>
              <a:t>What is Go?</a:t>
            </a:r>
            <a:endParaRPr lang="en-US"/>
          </a:p>
        </p:txBody>
      </p:sp>
      <p:pic>
        <p:nvPicPr>
          <p:cNvPr id="150" name="Google Shape;150;p22" descr="A picture containing drawing&#10;&#10;Description automatically generated"/>
          <p:cNvPicPr preferRelativeResize="0"/>
          <p:nvPr/>
        </p:nvPicPr>
        <p:blipFill rotWithShape="1">
          <a:blip r:embed="rId1"/>
          <a:srcRect/>
          <a:stretch>
            <a:fillRect/>
          </a:stretch>
        </p:blipFill>
        <p:spPr>
          <a:xfrm>
            <a:off x="8039153" y="1777905"/>
            <a:ext cx="757837" cy="687315"/>
          </a:xfrm>
          <a:prstGeom prst="rect">
            <a:avLst/>
          </a:prstGeom>
          <a:noFill/>
          <a:ln>
            <a:noFill/>
          </a:ln>
        </p:spPr>
      </p:pic>
      <p:pic>
        <p:nvPicPr>
          <p:cNvPr id="151" name="Google Shape;151;p22" descr="A picture containing drawing&#10;&#10;Description automatically generated"/>
          <p:cNvPicPr preferRelativeResize="0"/>
          <p:nvPr/>
        </p:nvPicPr>
        <p:blipFill rotWithShape="1">
          <a:blip r:embed="rId2"/>
          <a:srcRect/>
          <a:stretch>
            <a:fillRect/>
          </a:stretch>
        </p:blipFill>
        <p:spPr>
          <a:xfrm>
            <a:off x="7962803" y="2751247"/>
            <a:ext cx="910535" cy="893284"/>
          </a:xfrm>
          <a:prstGeom prst="rect">
            <a:avLst/>
          </a:prstGeom>
          <a:noFill/>
          <a:ln>
            <a:noFill/>
          </a:ln>
        </p:spPr>
      </p:pic>
      <p:pic>
        <p:nvPicPr>
          <p:cNvPr id="152" name="Google Shape;152;p22"/>
          <p:cNvPicPr preferRelativeResize="0"/>
          <p:nvPr/>
        </p:nvPicPr>
        <p:blipFill>
          <a:blip r:embed="rId3"/>
          <a:stretch>
            <a:fillRect/>
          </a:stretch>
        </p:blipFill>
        <p:spPr>
          <a:xfrm>
            <a:off x="992375" y="4773050"/>
            <a:ext cx="586850" cy="370450"/>
          </a:xfrm>
          <a:prstGeom prst="rect">
            <a:avLst/>
          </a:prstGeom>
          <a:noFill/>
          <a:ln>
            <a:noFill/>
          </a:ln>
        </p:spPr>
      </p:pic>
      <p:sp>
        <p:nvSpPr>
          <p:cNvPr id="153" name="Google Shape;153;p22"/>
          <p:cNvSpPr txBox="1"/>
          <p:nvPr/>
        </p:nvSpPr>
        <p:spPr>
          <a:xfrm>
            <a:off x="321150" y="2536725"/>
            <a:ext cx="7340700" cy="812700"/>
          </a:xfrm>
          <a:prstGeom prst="rect">
            <a:avLst/>
          </a:prstGeom>
          <a:noFill/>
          <a:ln>
            <a:noFill/>
          </a:ln>
        </p:spPr>
        <p:txBody>
          <a:bodyPr spcFirstLastPara="1" wrap="square" lIns="91425" tIns="91425" rIns="91425" bIns="91425" anchor="ctr" anchorCtr="0">
            <a:noAutofit/>
          </a:bodyPr>
          <a:lstStyle/>
          <a:p>
            <a:pPr marL="457200" lvl="0" indent="-330200" algn="l" rtl="0">
              <a:lnSpc>
                <a:spcPct val="150000"/>
              </a:lnSpc>
              <a:spcBef>
                <a:spcPts val="1000"/>
              </a:spcBef>
              <a:spcAft>
                <a:spcPts val="0"/>
              </a:spcAft>
              <a:buSzPts val="1600"/>
              <a:buChar char="●"/>
            </a:pPr>
            <a:r>
              <a:rPr lang="en-US" sz="1600"/>
              <a:t>Compiled</a:t>
            </a:r>
            <a:endParaRPr sz="1600"/>
          </a:p>
          <a:p>
            <a:pPr marL="457200" lvl="0" indent="-330200" algn="l" rtl="0">
              <a:lnSpc>
                <a:spcPct val="150000"/>
              </a:lnSpc>
              <a:spcBef>
                <a:spcPts val="0"/>
              </a:spcBef>
              <a:spcAft>
                <a:spcPts val="0"/>
              </a:spcAft>
              <a:buSzPts val="1600"/>
              <a:buChar char="●"/>
            </a:pPr>
            <a:r>
              <a:rPr lang="en-US" sz="1600"/>
              <a:t>Concurrent</a:t>
            </a:r>
            <a:endParaRPr sz="1600"/>
          </a:p>
          <a:p>
            <a:pPr marL="457200" lvl="0" indent="-330200" algn="l" rtl="0">
              <a:lnSpc>
                <a:spcPct val="150000"/>
              </a:lnSpc>
              <a:spcBef>
                <a:spcPts val="0"/>
              </a:spcBef>
              <a:spcAft>
                <a:spcPts val="0"/>
              </a:spcAft>
              <a:buSzPts val="1600"/>
              <a:buChar char="●"/>
            </a:pPr>
            <a:r>
              <a:rPr lang="en-US" sz="1600"/>
              <a:t>Garbage-collected</a:t>
            </a:r>
            <a:endParaRPr sz="1600"/>
          </a:p>
          <a:p>
            <a:pPr marL="457200" lvl="0" indent="-330200" algn="l" rtl="0">
              <a:lnSpc>
                <a:spcPct val="150000"/>
              </a:lnSpc>
              <a:spcBef>
                <a:spcPts val="0"/>
              </a:spcBef>
              <a:spcAft>
                <a:spcPts val="0"/>
              </a:spcAft>
              <a:buSzPts val="1600"/>
              <a:buChar char="●"/>
            </a:pPr>
            <a:r>
              <a:rPr lang="en-US" sz="1600"/>
              <a:t>Statically typed</a:t>
            </a:r>
            <a:endParaRPr sz="1600"/>
          </a:p>
          <a:p>
            <a:pPr marL="457200" lvl="0" indent="-330200" algn="l" rtl="0">
              <a:lnSpc>
                <a:spcPct val="150000"/>
              </a:lnSpc>
              <a:spcBef>
                <a:spcPts val="0"/>
              </a:spcBef>
              <a:spcAft>
                <a:spcPts val="0"/>
              </a:spcAft>
              <a:buSzPts val="1600"/>
              <a:buChar char="●"/>
            </a:pPr>
            <a:r>
              <a:rPr lang="en-US" sz="1600"/>
              <a:t>Efficient</a:t>
            </a:r>
            <a:endParaRPr sz="1600"/>
          </a:p>
          <a:p>
            <a:pPr marL="457200" lvl="0" indent="-330200" algn="l" rtl="0">
              <a:lnSpc>
                <a:spcPct val="150000"/>
              </a:lnSpc>
              <a:spcBef>
                <a:spcPts val="0"/>
              </a:spcBef>
              <a:spcAft>
                <a:spcPts val="0"/>
              </a:spcAft>
              <a:buSzPts val="1600"/>
              <a:buChar char="●"/>
            </a:pPr>
            <a:r>
              <a:rPr lang="en-US" sz="1600"/>
              <a:t>Scalable</a:t>
            </a:r>
            <a:endParaRPr sz="1600"/>
          </a:p>
          <a:p>
            <a:pPr marL="457200" lvl="0" indent="-330200" algn="l" rtl="0">
              <a:lnSpc>
                <a:spcPct val="150000"/>
              </a:lnSpc>
              <a:spcBef>
                <a:spcPts val="0"/>
              </a:spcBef>
              <a:spcAft>
                <a:spcPts val="0"/>
              </a:spcAft>
              <a:buSzPts val="1600"/>
              <a:buChar char="●"/>
            </a:pPr>
            <a:r>
              <a:rPr lang="en-US" sz="1600">
                <a:solidFill>
                  <a:schemeClr val="dk1"/>
                </a:solidFill>
              </a:rPr>
              <a:t>Open Source</a:t>
            </a:r>
            <a:endParaRPr sz="1600"/>
          </a:p>
          <a:p>
            <a:pPr marL="457200" lvl="0" indent="-330200" algn="l" rtl="0">
              <a:lnSpc>
                <a:spcPct val="150000"/>
              </a:lnSpc>
              <a:spcBef>
                <a:spcPts val="0"/>
              </a:spcBef>
              <a:spcAft>
                <a:spcPts val="0"/>
              </a:spcAft>
              <a:buSzPts val="1600"/>
              <a:buChar char="●"/>
            </a:pPr>
            <a:r>
              <a:rPr lang="en-US" sz="1600"/>
              <a:t>Created at Google</a:t>
            </a:r>
            <a:endParaRPr sz="16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57" name="Shape 157"/>
        <p:cNvGrpSpPr/>
        <p:nvPr/>
      </p:nvGrpSpPr>
      <p:grpSpPr>
        <a:xfrm>
          <a:off x="0" y="0"/>
          <a:ext cx="0" cy="0"/>
          <a:chOff x="0" y="0"/>
          <a:chExt cx="0" cy="0"/>
        </a:xfrm>
      </p:grpSpPr>
      <p:sp>
        <p:nvSpPr>
          <p:cNvPr id="158" name="Google Shape;158;p23"/>
          <p:cNvSpPr txBox="1"/>
          <p:nvPr>
            <p:ph type="title"/>
          </p:nvPr>
        </p:nvSpPr>
        <p:spPr>
          <a:xfrm>
            <a:off x="321144" y="246401"/>
            <a:ext cx="7340700" cy="86670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Clr>
                <a:schemeClr val="lt1"/>
              </a:buClr>
              <a:buSzPts val="3300"/>
              <a:buFont typeface="Roboto" panose="02000000000000000000"/>
              <a:buNone/>
            </a:pPr>
            <a:r>
              <a:rPr lang="en-US"/>
              <a:t>Who uses Go?</a:t>
            </a:r>
            <a:endParaRPr lang="en-US"/>
          </a:p>
        </p:txBody>
      </p:sp>
      <p:pic>
        <p:nvPicPr>
          <p:cNvPr id="159" name="Google Shape;159;p23" descr="A picture containing drawing&#10;&#10;Description automatically generated"/>
          <p:cNvPicPr preferRelativeResize="0"/>
          <p:nvPr/>
        </p:nvPicPr>
        <p:blipFill rotWithShape="1">
          <a:blip r:embed="rId1"/>
          <a:srcRect/>
          <a:stretch>
            <a:fillRect/>
          </a:stretch>
        </p:blipFill>
        <p:spPr>
          <a:xfrm>
            <a:off x="8039153" y="1777905"/>
            <a:ext cx="757837" cy="687315"/>
          </a:xfrm>
          <a:prstGeom prst="rect">
            <a:avLst/>
          </a:prstGeom>
          <a:noFill/>
          <a:ln>
            <a:noFill/>
          </a:ln>
        </p:spPr>
      </p:pic>
      <p:pic>
        <p:nvPicPr>
          <p:cNvPr id="160" name="Google Shape;160;p23" descr="A picture containing drawing&#10;&#10;Description automatically generated"/>
          <p:cNvPicPr preferRelativeResize="0"/>
          <p:nvPr/>
        </p:nvPicPr>
        <p:blipFill rotWithShape="1">
          <a:blip r:embed="rId2"/>
          <a:srcRect/>
          <a:stretch>
            <a:fillRect/>
          </a:stretch>
        </p:blipFill>
        <p:spPr>
          <a:xfrm>
            <a:off x="7962803" y="2751247"/>
            <a:ext cx="910535" cy="893284"/>
          </a:xfrm>
          <a:prstGeom prst="rect">
            <a:avLst/>
          </a:prstGeom>
          <a:noFill/>
          <a:ln>
            <a:noFill/>
          </a:ln>
        </p:spPr>
      </p:pic>
      <p:pic>
        <p:nvPicPr>
          <p:cNvPr id="161" name="Google Shape;161;p23"/>
          <p:cNvPicPr preferRelativeResize="0"/>
          <p:nvPr/>
        </p:nvPicPr>
        <p:blipFill>
          <a:blip r:embed="rId3"/>
          <a:stretch>
            <a:fillRect/>
          </a:stretch>
        </p:blipFill>
        <p:spPr>
          <a:xfrm>
            <a:off x="992375" y="4773050"/>
            <a:ext cx="586850" cy="370450"/>
          </a:xfrm>
          <a:prstGeom prst="rect">
            <a:avLst/>
          </a:prstGeom>
          <a:noFill/>
          <a:ln>
            <a:noFill/>
          </a:ln>
        </p:spPr>
      </p:pic>
      <p:pic>
        <p:nvPicPr>
          <p:cNvPr id="162" name="Google Shape;162;p23"/>
          <p:cNvPicPr preferRelativeResize="0"/>
          <p:nvPr/>
        </p:nvPicPr>
        <p:blipFill>
          <a:blip r:embed="rId4"/>
          <a:stretch>
            <a:fillRect/>
          </a:stretch>
        </p:blipFill>
        <p:spPr>
          <a:xfrm>
            <a:off x="143175" y="1690750"/>
            <a:ext cx="1436050" cy="861622"/>
          </a:xfrm>
          <a:prstGeom prst="rect">
            <a:avLst/>
          </a:prstGeom>
          <a:noFill/>
          <a:ln>
            <a:noFill/>
          </a:ln>
        </p:spPr>
      </p:pic>
      <p:pic>
        <p:nvPicPr>
          <p:cNvPr id="163" name="Google Shape;163;p23"/>
          <p:cNvPicPr preferRelativeResize="0"/>
          <p:nvPr/>
        </p:nvPicPr>
        <p:blipFill>
          <a:blip r:embed="rId5"/>
          <a:stretch>
            <a:fillRect/>
          </a:stretch>
        </p:blipFill>
        <p:spPr>
          <a:xfrm>
            <a:off x="1915937" y="1457051"/>
            <a:ext cx="1329000" cy="1329023"/>
          </a:xfrm>
          <a:prstGeom prst="rect">
            <a:avLst/>
          </a:prstGeom>
          <a:noFill/>
          <a:ln>
            <a:noFill/>
          </a:ln>
        </p:spPr>
      </p:pic>
      <p:pic>
        <p:nvPicPr>
          <p:cNvPr id="164" name="Google Shape;164;p23"/>
          <p:cNvPicPr preferRelativeResize="0"/>
          <p:nvPr/>
        </p:nvPicPr>
        <p:blipFill>
          <a:blip r:embed="rId6"/>
          <a:stretch>
            <a:fillRect/>
          </a:stretch>
        </p:blipFill>
        <p:spPr>
          <a:xfrm>
            <a:off x="3352387" y="1484950"/>
            <a:ext cx="1219625" cy="1219625"/>
          </a:xfrm>
          <a:prstGeom prst="rect">
            <a:avLst/>
          </a:prstGeom>
          <a:noFill/>
          <a:ln>
            <a:noFill/>
          </a:ln>
        </p:spPr>
      </p:pic>
      <p:pic>
        <p:nvPicPr>
          <p:cNvPr id="165" name="Google Shape;165;p23"/>
          <p:cNvPicPr preferRelativeResize="0"/>
          <p:nvPr/>
        </p:nvPicPr>
        <p:blipFill>
          <a:blip r:embed="rId7"/>
          <a:stretch>
            <a:fillRect/>
          </a:stretch>
        </p:blipFill>
        <p:spPr>
          <a:xfrm>
            <a:off x="4834762" y="1526205"/>
            <a:ext cx="1328999" cy="1137119"/>
          </a:xfrm>
          <a:prstGeom prst="rect">
            <a:avLst/>
          </a:prstGeom>
          <a:noFill/>
          <a:ln>
            <a:noFill/>
          </a:ln>
        </p:spPr>
      </p:pic>
      <p:pic>
        <p:nvPicPr>
          <p:cNvPr id="166" name="Google Shape;166;p23"/>
          <p:cNvPicPr preferRelativeResize="0"/>
          <p:nvPr/>
        </p:nvPicPr>
        <p:blipFill>
          <a:blip r:embed="rId8"/>
          <a:stretch>
            <a:fillRect/>
          </a:stretch>
        </p:blipFill>
        <p:spPr>
          <a:xfrm>
            <a:off x="6532900" y="1777897"/>
            <a:ext cx="1137108" cy="1137124"/>
          </a:xfrm>
          <a:prstGeom prst="rect">
            <a:avLst/>
          </a:prstGeom>
          <a:noFill/>
          <a:ln>
            <a:noFill/>
          </a:ln>
        </p:spPr>
      </p:pic>
      <p:pic>
        <p:nvPicPr>
          <p:cNvPr id="167" name="Google Shape;167;p23"/>
          <p:cNvPicPr preferRelativeResize="0"/>
          <p:nvPr/>
        </p:nvPicPr>
        <p:blipFill>
          <a:blip r:embed="rId9"/>
          <a:stretch>
            <a:fillRect/>
          </a:stretch>
        </p:blipFill>
        <p:spPr>
          <a:xfrm>
            <a:off x="143175" y="3130022"/>
            <a:ext cx="2402022" cy="812700"/>
          </a:xfrm>
          <a:prstGeom prst="rect">
            <a:avLst/>
          </a:prstGeom>
          <a:noFill/>
          <a:ln>
            <a:noFill/>
          </a:ln>
        </p:spPr>
      </p:pic>
      <p:pic>
        <p:nvPicPr>
          <p:cNvPr id="168" name="Google Shape;168;p23"/>
          <p:cNvPicPr preferRelativeResize="0"/>
          <p:nvPr/>
        </p:nvPicPr>
        <p:blipFill>
          <a:blip r:embed="rId10"/>
          <a:stretch>
            <a:fillRect/>
          </a:stretch>
        </p:blipFill>
        <p:spPr>
          <a:xfrm>
            <a:off x="3074388" y="3201275"/>
            <a:ext cx="2995214" cy="670200"/>
          </a:xfrm>
          <a:prstGeom prst="rect">
            <a:avLst/>
          </a:prstGeom>
          <a:noFill/>
          <a:ln>
            <a:noFill/>
          </a:ln>
        </p:spPr>
      </p:pic>
      <p:pic>
        <p:nvPicPr>
          <p:cNvPr id="169" name="Google Shape;169;p23"/>
          <p:cNvPicPr preferRelativeResize="0"/>
          <p:nvPr/>
        </p:nvPicPr>
        <p:blipFill>
          <a:blip r:embed="rId11"/>
          <a:stretch>
            <a:fillRect/>
          </a:stretch>
        </p:blipFill>
        <p:spPr>
          <a:xfrm>
            <a:off x="6442225" y="3130013"/>
            <a:ext cx="1219624" cy="1219624"/>
          </a:xfrm>
          <a:prstGeom prst="rect">
            <a:avLst/>
          </a:prstGeom>
          <a:noFill/>
          <a:ln>
            <a:noFill/>
          </a:ln>
        </p:spPr>
      </p:pic>
      <p:sp>
        <p:nvSpPr>
          <p:cNvPr id="170" name="Google Shape;170;p23"/>
          <p:cNvSpPr txBox="1"/>
          <p:nvPr/>
        </p:nvSpPr>
        <p:spPr>
          <a:xfrm>
            <a:off x="622100" y="4175175"/>
            <a:ext cx="7340700" cy="81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1000"/>
              </a:spcBef>
              <a:spcAft>
                <a:spcPts val="0"/>
              </a:spcAft>
              <a:buNone/>
            </a:pPr>
            <a:r>
              <a:rPr lang="en-US" sz="1800"/>
              <a:t>… and many more around the world!</a:t>
            </a:r>
            <a:endParaRPr sz="1800"/>
          </a:p>
          <a:p>
            <a:pPr marL="457200" lvl="0" indent="0" algn="ctr" rtl="0">
              <a:lnSpc>
                <a:spcPct val="100000"/>
              </a:lnSpc>
              <a:spcBef>
                <a:spcPts val="1000"/>
              </a:spcBef>
              <a:spcAft>
                <a:spcPts val="0"/>
              </a:spcAft>
              <a:buNone/>
            </a:pPr>
            <a:r>
              <a:rPr lang="en-US" sz="1800" u="sng">
                <a:solidFill>
                  <a:schemeClr val="hlink"/>
                </a:solidFill>
                <a:hlinkClick r:id="rId12"/>
              </a:rPr>
              <a:t>https://github.com/golang/go/wiki/GoUsers</a:t>
            </a:r>
            <a:endParaRPr sz="1800"/>
          </a:p>
          <a:p>
            <a:pPr marL="0" lvl="0" indent="0" algn="ctr" rtl="0">
              <a:lnSpc>
                <a:spcPct val="100000"/>
              </a:lnSpc>
              <a:spcBef>
                <a:spcPts val="1000"/>
              </a:spcBef>
              <a:spcAft>
                <a:spcPts val="0"/>
              </a:spcAft>
              <a:buNone/>
            </a:pPr>
            <a:endParaRPr sz="18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74" name="Shape 174"/>
        <p:cNvGrpSpPr/>
        <p:nvPr/>
      </p:nvGrpSpPr>
      <p:grpSpPr>
        <a:xfrm>
          <a:off x="0" y="0"/>
          <a:ext cx="0" cy="0"/>
          <a:chOff x="0" y="0"/>
          <a:chExt cx="0" cy="0"/>
        </a:xfrm>
      </p:grpSpPr>
      <p:pic>
        <p:nvPicPr>
          <p:cNvPr id="175" name="Google Shape;175;p24" descr="A picture containing drawing&#10;&#10;Description automatically generated"/>
          <p:cNvPicPr preferRelativeResize="0"/>
          <p:nvPr/>
        </p:nvPicPr>
        <p:blipFill rotWithShape="1">
          <a:blip r:embed="rId1"/>
          <a:srcRect/>
          <a:stretch>
            <a:fillRect/>
          </a:stretch>
        </p:blipFill>
        <p:spPr>
          <a:xfrm>
            <a:off x="6986253" y="4102005"/>
            <a:ext cx="757837" cy="687315"/>
          </a:xfrm>
          <a:prstGeom prst="rect">
            <a:avLst/>
          </a:prstGeom>
          <a:noFill/>
          <a:ln>
            <a:noFill/>
          </a:ln>
        </p:spPr>
      </p:pic>
      <p:pic>
        <p:nvPicPr>
          <p:cNvPr id="176" name="Google Shape;176;p24" descr="A picture containing drawing&#10;&#10;Description automatically generated"/>
          <p:cNvPicPr preferRelativeResize="0"/>
          <p:nvPr/>
        </p:nvPicPr>
        <p:blipFill rotWithShape="1">
          <a:blip r:embed="rId2"/>
          <a:srcRect/>
          <a:stretch>
            <a:fillRect/>
          </a:stretch>
        </p:blipFill>
        <p:spPr>
          <a:xfrm>
            <a:off x="5781578" y="3999022"/>
            <a:ext cx="910535" cy="893284"/>
          </a:xfrm>
          <a:prstGeom prst="rect">
            <a:avLst/>
          </a:prstGeom>
          <a:noFill/>
          <a:ln>
            <a:noFill/>
          </a:ln>
        </p:spPr>
      </p:pic>
      <p:sp>
        <p:nvSpPr>
          <p:cNvPr id="177" name="Google Shape;177;p24"/>
          <p:cNvSpPr txBox="1"/>
          <p:nvPr>
            <p:ph type="title"/>
          </p:nvPr>
        </p:nvSpPr>
        <p:spPr>
          <a:xfrm>
            <a:off x="628650" y="35294"/>
            <a:ext cx="7886700" cy="9942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Clr>
                <a:schemeClr val="dk1"/>
              </a:buClr>
              <a:buSzPts val="1100"/>
              <a:buFont typeface="Arial" panose="020B0604020202020204"/>
              <a:buNone/>
            </a:pPr>
            <a:r>
              <a:rPr lang="en-US"/>
              <a:t>Where does Go come from</a:t>
            </a:r>
            <a:r>
              <a:rPr lang="en-US"/>
              <a:t>?</a:t>
            </a:r>
            <a:endParaRPr lang="en-US"/>
          </a:p>
        </p:txBody>
      </p:sp>
      <p:sp>
        <p:nvSpPr>
          <p:cNvPr id="178" name="Google Shape;178;p24"/>
          <p:cNvSpPr txBox="1"/>
          <p:nvPr/>
        </p:nvSpPr>
        <p:spPr>
          <a:xfrm>
            <a:off x="713975" y="1305426"/>
            <a:ext cx="7886700" cy="2775900"/>
          </a:xfrm>
          <a:prstGeom prst="rect">
            <a:avLst/>
          </a:prstGeom>
          <a:noFill/>
          <a:ln>
            <a:noFill/>
          </a:ln>
        </p:spPr>
        <p:txBody>
          <a:bodyPr spcFirstLastPara="1" wrap="square" lIns="68575" tIns="34275" rIns="68575" bIns="34275" anchor="t" anchorCtr="0">
            <a:noAutofit/>
          </a:bodyPr>
          <a:lstStyle/>
          <a:p>
            <a:pPr marL="0" lvl="0" indent="0" algn="l" rtl="0">
              <a:lnSpc>
                <a:spcPct val="90000"/>
              </a:lnSpc>
              <a:spcBef>
                <a:spcPts val="0"/>
              </a:spcBef>
              <a:spcAft>
                <a:spcPts val="0"/>
              </a:spcAft>
              <a:buNone/>
            </a:pPr>
            <a:endParaRPr sz="1800">
              <a:solidFill>
                <a:srgbClr val="141331"/>
              </a:solidFill>
              <a:latin typeface="Roboto" panose="02000000000000000000"/>
              <a:ea typeface="Roboto" panose="02000000000000000000"/>
              <a:cs typeface="Roboto" panose="02000000000000000000"/>
              <a:sym typeface="Roboto" panose="02000000000000000000"/>
            </a:endParaRPr>
          </a:p>
        </p:txBody>
      </p:sp>
      <p:pic>
        <p:nvPicPr>
          <p:cNvPr id="179" name="Google Shape;179;p24"/>
          <p:cNvPicPr preferRelativeResize="0"/>
          <p:nvPr/>
        </p:nvPicPr>
        <p:blipFill>
          <a:blip r:embed="rId3"/>
          <a:stretch>
            <a:fillRect/>
          </a:stretch>
        </p:blipFill>
        <p:spPr>
          <a:xfrm>
            <a:off x="992375" y="4773050"/>
            <a:ext cx="586850" cy="370450"/>
          </a:xfrm>
          <a:prstGeom prst="rect">
            <a:avLst/>
          </a:prstGeom>
          <a:noFill/>
          <a:ln>
            <a:noFill/>
          </a:ln>
        </p:spPr>
      </p:pic>
      <p:pic>
        <p:nvPicPr>
          <p:cNvPr id="180" name="Google Shape;180;p24"/>
          <p:cNvPicPr preferRelativeResize="0"/>
          <p:nvPr/>
        </p:nvPicPr>
        <p:blipFill>
          <a:blip r:embed="rId4"/>
          <a:stretch>
            <a:fillRect/>
          </a:stretch>
        </p:blipFill>
        <p:spPr>
          <a:xfrm>
            <a:off x="1723126" y="687675"/>
            <a:ext cx="5697750" cy="401137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84" name="Shape 184"/>
        <p:cNvGrpSpPr/>
        <p:nvPr/>
      </p:nvGrpSpPr>
      <p:grpSpPr>
        <a:xfrm>
          <a:off x="0" y="0"/>
          <a:ext cx="0" cy="0"/>
          <a:chOff x="0" y="0"/>
          <a:chExt cx="0" cy="0"/>
        </a:xfrm>
      </p:grpSpPr>
      <p:sp>
        <p:nvSpPr>
          <p:cNvPr id="185" name="Google Shape;185;p25"/>
          <p:cNvSpPr txBox="1"/>
          <p:nvPr>
            <p:ph type="title"/>
          </p:nvPr>
        </p:nvSpPr>
        <p:spPr>
          <a:xfrm>
            <a:off x="321144" y="246401"/>
            <a:ext cx="7340700" cy="86670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Clr>
                <a:schemeClr val="lt1"/>
              </a:buClr>
              <a:buSzPts val="3300"/>
              <a:buFont typeface="Roboto" panose="02000000000000000000"/>
              <a:buNone/>
            </a:pPr>
            <a:r>
              <a:rPr lang="en-US"/>
              <a:t>Features</a:t>
            </a:r>
            <a:endParaRPr lang="en-US"/>
          </a:p>
        </p:txBody>
      </p:sp>
      <p:pic>
        <p:nvPicPr>
          <p:cNvPr id="186" name="Google Shape;186;p25" descr="A picture containing drawing&#10;&#10;Description automatically generated"/>
          <p:cNvPicPr preferRelativeResize="0"/>
          <p:nvPr/>
        </p:nvPicPr>
        <p:blipFill rotWithShape="1">
          <a:blip r:embed="rId1"/>
          <a:srcRect/>
          <a:stretch>
            <a:fillRect/>
          </a:stretch>
        </p:blipFill>
        <p:spPr>
          <a:xfrm>
            <a:off x="8039153" y="1777905"/>
            <a:ext cx="757837" cy="687315"/>
          </a:xfrm>
          <a:prstGeom prst="rect">
            <a:avLst/>
          </a:prstGeom>
          <a:noFill/>
          <a:ln>
            <a:noFill/>
          </a:ln>
        </p:spPr>
      </p:pic>
      <p:pic>
        <p:nvPicPr>
          <p:cNvPr id="187" name="Google Shape;187;p25" descr="A picture containing drawing&#10;&#10;Description automatically generated"/>
          <p:cNvPicPr preferRelativeResize="0"/>
          <p:nvPr/>
        </p:nvPicPr>
        <p:blipFill rotWithShape="1">
          <a:blip r:embed="rId2"/>
          <a:srcRect/>
          <a:stretch>
            <a:fillRect/>
          </a:stretch>
        </p:blipFill>
        <p:spPr>
          <a:xfrm>
            <a:off x="7962803" y="2751247"/>
            <a:ext cx="910535" cy="893284"/>
          </a:xfrm>
          <a:prstGeom prst="rect">
            <a:avLst/>
          </a:prstGeom>
          <a:noFill/>
          <a:ln>
            <a:noFill/>
          </a:ln>
        </p:spPr>
      </p:pic>
      <p:pic>
        <p:nvPicPr>
          <p:cNvPr id="188" name="Google Shape;188;p25"/>
          <p:cNvPicPr preferRelativeResize="0"/>
          <p:nvPr/>
        </p:nvPicPr>
        <p:blipFill>
          <a:blip r:embed="rId3"/>
          <a:stretch>
            <a:fillRect/>
          </a:stretch>
        </p:blipFill>
        <p:spPr>
          <a:xfrm>
            <a:off x="992375" y="4773050"/>
            <a:ext cx="586850" cy="370450"/>
          </a:xfrm>
          <a:prstGeom prst="rect">
            <a:avLst/>
          </a:prstGeom>
          <a:noFill/>
          <a:ln>
            <a:noFill/>
          </a:ln>
        </p:spPr>
      </p:pic>
      <p:sp>
        <p:nvSpPr>
          <p:cNvPr id="189" name="Google Shape;189;p25"/>
          <p:cNvSpPr txBox="1"/>
          <p:nvPr/>
        </p:nvSpPr>
        <p:spPr>
          <a:xfrm>
            <a:off x="356450" y="1652525"/>
            <a:ext cx="7340700" cy="812700"/>
          </a:xfrm>
          <a:prstGeom prst="rect">
            <a:avLst/>
          </a:prstGeom>
          <a:noFill/>
          <a:ln>
            <a:noFill/>
          </a:ln>
        </p:spPr>
        <p:txBody>
          <a:bodyPr spcFirstLastPara="1" wrap="square" lIns="91425" tIns="91425" rIns="91425" bIns="91425" anchor="t" anchorCtr="0">
            <a:noAutofit/>
          </a:bodyPr>
          <a:lstStyle/>
          <a:p>
            <a:pPr marL="457200" lvl="0" indent="-361950" algn="l" rtl="0">
              <a:lnSpc>
                <a:spcPct val="150000"/>
              </a:lnSpc>
              <a:spcBef>
                <a:spcPts val="0"/>
              </a:spcBef>
              <a:spcAft>
                <a:spcPts val="0"/>
              </a:spcAft>
              <a:buClr>
                <a:schemeClr val="dk1"/>
              </a:buClr>
              <a:buSzPts val="2100"/>
              <a:buFont typeface="Calibri" panose="020F0502020204030204"/>
              <a:buChar char="●"/>
            </a:pPr>
            <a:r>
              <a:rPr lang="en-US" sz="2100">
                <a:solidFill>
                  <a:schemeClr val="dk1"/>
                </a:solidFill>
                <a:latin typeface="Calibri" panose="020F0502020204030204"/>
                <a:ea typeface="Calibri" panose="020F0502020204030204"/>
                <a:cs typeface="Calibri" panose="020F0502020204030204"/>
                <a:sym typeface="Calibri" panose="020F0502020204030204"/>
              </a:rPr>
              <a:t>Garbage collection</a:t>
            </a:r>
            <a:endParaRPr sz="2100">
              <a:solidFill>
                <a:schemeClr val="dk1"/>
              </a:solidFill>
              <a:latin typeface="Calibri" panose="020F0502020204030204"/>
              <a:ea typeface="Calibri" panose="020F0502020204030204"/>
              <a:cs typeface="Calibri" panose="020F0502020204030204"/>
              <a:sym typeface="Calibri" panose="020F0502020204030204"/>
            </a:endParaRPr>
          </a:p>
          <a:p>
            <a:pPr marL="457200" lvl="0" indent="-361950" algn="l" rtl="0">
              <a:lnSpc>
                <a:spcPct val="150000"/>
              </a:lnSpc>
              <a:spcBef>
                <a:spcPts val="0"/>
              </a:spcBef>
              <a:spcAft>
                <a:spcPts val="0"/>
              </a:spcAft>
              <a:buClr>
                <a:schemeClr val="dk1"/>
              </a:buClr>
              <a:buSzPts val="2100"/>
              <a:buFont typeface="Calibri" panose="020F0502020204030204"/>
              <a:buChar char="●"/>
            </a:pPr>
            <a:r>
              <a:rPr lang="en-US" sz="2100">
                <a:solidFill>
                  <a:schemeClr val="dk1"/>
                </a:solidFill>
                <a:latin typeface="Calibri" panose="020F0502020204030204"/>
                <a:ea typeface="Calibri" panose="020F0502020204030204"/>
                <a:cs typeface="Calibri" panose="020F0502020204030204"/>
                <a:sym typeface="Calibri" panose="020F0502020204030204"/>
              </a:rPr>
              <a:t>Packages</a:t>
            </a:r>
            <a:endParaRPr sz="2100">
              <a:solidFill>
                <a:schemeClr val="dk1"/>
              </a:solidFill>
              <a:latin typeface="Calibri" panose="020F0502020204030204"/>
              <a:ea typeface="Calibri" panose="020F0502020204030204"/>
              <a:cs typeface="Calibri" panose="020F0502020204030204"/>
              <a:sym typeface="Calibri" panose="020F0502020204030204"/>
            </a:endParaRPr>
          </a:p>
          <a:p>
            <a:pPr marL="457200" lvl="0" indent="-361950" algn="l" rtl="0">
              <a:lnSpc>
                <a:spcPct val="150000"/>
              </a:lnSpc>
              <a:spcBef>
                <a:spcPts val="0"/>
              </a:spcBef>
              <a:spcAft>
                <a:spcPts val="0"/>
              </a:spcAft>
              <a:buClr>
                <a:schemeClr val="dk1"/>
              </a:buClr>
              <a:buSzPts val="2100"/>
              <a:buFont typeface="Calibri" panose="020F0502020204030204"/>
              <a:buChar char="●"/>
            </a:pPr>
            <a:r>
              <a:rPr lang="en-US" sz="2100">
                <a:solidFill>
                  <a:schemeClr val="dk1"/>
                </a:solidFill>
                <a:latin typeface="Calibri" panose="020F0502020204030204"/>
                <a:ea typeface="Calibri" panose="020F0502020204030204"/>
                <a:cs typeface="Calibri" panose="020F0502020204030204"/>
                <a:sym typeface="Calibri" panose="020F0502020204030204"/>
              </a:rPr>
              <a:t>First-class functions</a:t>
            </a:r>
            <a:endParaRPr sz="2100">
              <a:solidFill>
                <a:schemeClr val="dk1"/>
              </a:solidFill>
              <a:latin typeface="Calibri" panose="020F0502020204030204"/>
              <a:ea typeface="Calibri" panose="020F0502020204030204"/>
              <a:cs typeface="Calibri" panose="020F0502020204030204"/>
              <a:sym typeface="Calibri" panose="020F0502020204030204"/>
            </a:endParaRPr>
          </a:p>
          <a:p>
            <a:pPr marL="457200" lvl="0" indent="-361950" algn="l" rtl="0">
              <a:lnSpc>
                <a:spcPct val="150000"/>
              </a:lnSpc>
              <a:spcBef>
                <a:spcPts val="0"/>
              </a:spcBef>
              <a:spcAft>
                <a:spcPts val="0"/>
              </a:spcAft>
              <a:buClr>
                <a:schemeClr val="dk1"/>
              </a:buClr>
              <a:buSzPts val="2100"/>
              <a:buFont typeface="Calibri" panose="020F0502020204030204"/>
              <a:buChar char="●"/>
            </a:pPr>
            <a:r>
              <a:rPr lang="en-US" sz="2100">
                <a:solidFill>
                  <a:schemeClr val="dk1"/>
                </a:solidFill>
                <a:latin typeface="Calibri" panose="020F0502020204030204"/>
                <a:ea typeface="Calibri" panose="020F0502020204030204"/>
                <a:cs typeface="Calibri" panose="020F0502020204030204"/>
                <a:sym typeface="Calibri" panose="020F0502020204030204"/>
              </a:rPr>
              <a:t>Structures, interfaces…</a:t>
            </a:r>
            <a:endParaRPr sz="2100">
              <a:solidFill>
                <a:schemeClr val="dk1"/>
              </a:solidFill>
              <a:latin typeface="Calibri" panose="020F0502020204030204"/>
              <a:ea typeface="Calibri" panose="020F0502020204030204"/>
              <a:cs typeface="Calibri" panose="020F0502020204030204"/>
              <a:sym typeface="Calibri" panose="020F0502020204030204"/>
            </a:endParaRPr>
          </a:p>
          <a:p>
            <a:pPr marL="457200" lvl="0" indent="-361950" algn="l" rtl="0">
              <a:lnSpc>
                <a:spcPct val="150000"/>
              </a:lnSpc>
              <a:spcBef>
                <a:spcPts val="0"/>
              </a:spcBef>
              <a:spcAft>
                <a:spcPts val="0"/>
              </a:spcAft>
              <a:buClr>
                <a:schemeClr val="dk1"/>
              </a:buClr>
              <a:buSzPts val="2100"/>
              <a:buFont typeface="Calibri" panose="020F0502020204030204"/>
              <a:buChar char="●"/>
            </a:pPr>
            <a:r>
              <a:rPr lang="en-US" sz="2100">
                <a:solidFill>
                  <a:schemeClr val="dk1"/>
                </a:solidFill>
                <a:latin typeface="Calibri" panose="020F0502020204030204"/>
                <a:ea typeface="Calibri" panose="020F0502020204030204"/>
                <a:cs typeface="Calibri" panose="020F0502020204030204"/>
                <a:sym typeface="Calibri" panose="020F0502020204030204"/>
              </a:rPr>
              <a:t>Cross-compilation</a:t>
            </a:r>
            <a:endParaRPr sz="2100">
              <a:solidFill>
                <a:schemeClr val="dk1"/>
              </a:solidFill>
              <a:latin typeface="Calibri" panose="020F0502020204030204"/>
              <a:ea typeface="Calibri" panose="020F0502020204030204"/>
              <a:cs typeface="Calibri" panose="020F0502020204030204"/>
              <a:sym typeface="Calibri" panose="020F0502020204030204"/>
            </a:endParaRPr>
          </a:p>
          <a:p>
            <a:pPr marL="457200" lvl="0" indent="-361950" algn="l" rtl="0">
              <a:lnSpc>
                <a:spcPct val="150000"/>
              </a:lnSpc>
              <a:spcBef>
                <a:spcPts val="0"/>
              </a:spcBef>
              <a:spcAft>
                <a:spcPts val="0"/>
              </a:spcAft>
              <a:buClr>
                <a:schemeClr val="dk1"/>
              </a:buClr>
              <a:buSzPts val="2100"/>
              <a:buFont typeface="Calibri" panose="020F0502020204030204"/>
              <a:buChar char="●"/>
            </a:pPr>
            <a:r>
              <a:rPr lang="en-US" sz="2100">
                <a:solidFill>
                  <a:schemeClr val="dk1"/>
                </a:solidFill>
                <a:latin typeface="Calibri" panose="020F0502020204030204"/>
                <a:ea typeface="Calibri" panose="020F0502020204030204"/>
                <a:cs typeface="Calibri" panose="020F0502020204030204"/>
                <a:sym typeface="Calibri" panose="020F0502020204030204"/>
              </a:rPr>
              <a:t>Concurrency</a:t>
            </a:r>
            <a:endParaRPr i="1"/>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93" name="Shape 193"/>
        <p:cNvGrpSpPr/>
        <p:nvPr/>
      </p:nvGrpSpPr>
      <p:grpSpPr>
        <a:xfrm>
          <a:off x="0" y="0"/>
          <a:ext cx="0" cy="0"/>
          <a:chOff x="0" y="0"/>
          <a:chExt cx="0" cy="0"/>
        </a:xfrm>
      </p:grpSpPr>
      <p:sp>
        <p:nvSpPr>
          <p:cNvPr id="194" name="Google Shape;194;p26"/>
          <p:cNvSpPr txBox="1"/>
          <p:nvPr>
            <p:ph type="title"/>
          </p:nvPr>
        </p:nvSpPr>
        <p:spPr>
          <a:xfrm>
            <a:off x="321144" y="246401"/>
            <a:ext cx="7340700" cy="86670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Clr>
                <a:schemeClr val="lt1"/>
              </a:buClr>
              <a:buSzPts val="3300"/>
              <a:buFont typeface="Roboto" panose="02000000000000000000"/>
              <a:buNone/>
            </a:pPr>
            <a:r>
              <a:rPr lang="en-US"/>
              <a:t>NOT supported by Go</a:t>
            </a:r>
            <a:endParaRPr lang="en-US"/>
          </a:p>
        </p:txBody>
      </p:sp>
      <p:pic>
        <p:nvPicPr>
          <p:cNvPr id="195" name="Google Shape;195;p26" descr="A picture containing drawing&#10;&#10;Description automatically generated"/>
          <p:cNvPicPr preferRelativeResize="0"/>
          <p:nvPr/>
        </p:nvPicPr>
        <p:blipFill rotWithShape="1">
          <a:blip r:embed="rId1"/>
          <a:srcRect/>
          <a:stretch>
            <a:fillRect/>
          </a:stretch>
        </p:blipFill>
        <p:spPr>
          <a:xfrm>
            <a:off x="8039153" y="1777905"/>
            <a:ext cx="757837" cy="687315"/>
          </a:xfrm>
          <a:prstGeom prst="rect">
            <a:avLst/>
          </a:prstGeom>
          <a:noFill/>
          <a:ln>
            <a:noFill/>
          </a:ln>
        </p:spPr>
      </p:pic>
      <p:pic>
        <p:nvPicPr>
          <p:cNvPr id="196" name="Google Shape;196;p26" descr="A picture containing drawing&#10;&#10;Description automatically generated"/>
          <p:cNvPicPr preferRelativeResize="0"/>
          <p:nvPr/>
        </p:nvPicPr>
        <p:blipFill rotWithShape="1">
          <a:blip r:embed="rId2"/>
          <a:srcRect/>
          <a:stretch>
            <a:fillRect/>
          </a:stretch>
        </p:blipFill>
        <p:spPr>
          <a:xfrm>
            <a:off x="7962803" y="2751247"/>
            <a:ext cx="910535" cy="893284"/>
          </a:xfrm>
          <a:prstGeom prst="rect">
            <a:avLst/>
          </a:prstGeom>
          <a:noFill/>
          <a:ln>
            <a:noFill/>
          </a:ln>
        </p:spPr>
      </p:pic>
      <p:pic>
        <p:nvPicPr>
          <p:cNvPr id="197" name="Google Shape;197;p26"/>
          <p:cNvPicPr preferRelativeResize="0"/>
          <p:nvPr/>
        </p:nvPicPr>
        <p:blipFill>
          <a:blip r:embed="rId3"/>
          <a:stretch>
            <a:fillRect/>
          </a:stretch>
        </p:blipFill>
        <p:spPr>
          <a:xfrm>
            <a:off x="992375" y="4773050"/>
            <a:ext cx="586850" cy="370450"/>
          </a:xfrm>
          <a:prstGeom prst="rect">
            <a:avLst/>
          </a:prstGeom>
          <a:noFill/>
          <a:ln>
            <a:noFill/>
          </a:ln>
        </p:spPr>
      </p:pic>
      <p:sp>
        <p:nvSpPr>
          <p:cNvPr id="198" name="Google Shape;198;p26"/>
          <p:cNvSpPr txBox="1"/>
          <p:nvPr/>
        </p:nvSpPr>
        <p:spPr>
          <a:xfrm>
            <a:off x="356450" y="1652525"/>
            <a:ext cx="7340700" cy="812700"/>
          </a:xfrm>
          <a:prstGeom prst="rect">
            <a:avLst/>
          </a:prstGeom>
          <a:noFill/>
          <a:ln>
            <a:noFill/>
          </a:ln>
        </p:spPr>
        <p:txBody>
          <a:bodyPr spcFirstLastPara="1" wrap="square" lIns="91425" tIns="91425" rIns="91425" bIns="91425" anchor="t" anchorCtr="0">
            <a:noAutofit/>
          </a:bodyPr>
          <a:lstStyle/>
          <a:p>
            <a:pPr marL="457200" lvl="0" indent="-361950" algn="l" rtl="0">
              <a:lnSpc>
                <a:spcPct val="150000"/>
              </a:lnSpc>
              <a:spcBef>
                <a:spcPts val="0"/>
              </a:spcBef>
              <a:spcAft>
                <a:spcPts val="0"/>
              </a:spcAft>
              <a:buClr>
                <a:schemeClr val="dk1"/>
              </a:buClr>
              <a:buSzPts val="2100"/>
              <a:buFont typeface="Calibri" panose="020F0502020204030204"/>
              <a:buChar char="●"/>
            </a:pPr>
            <a:r>
              <a:rPr lang="en-US" sz="2100">
                <a:solidFill>
                  <a:schemeClr val="dk1"/>
                </a:solidFill>
                <a:latin typeface="Calibri" panose="020F0502020204030204"/>
                <a:ea typeface="Calibri" panose="020F0502020204030204"/>
                <a:cs typeface="Calibri" panose="020F0502020204030204"/>
                <a:sym typeface="Calibri" panose="020F0502020204030204"/>
              </a:rPr>
              <a:t>Implicit conversion</a:t>
            </a:r>
            <a:endParaRPr sz="2100">
              <a:solidFill>
                <a:schemeClr val="dk1"/>
              </a:solidFill>
              <a:latin typeface="Calibri" panose="020F0502020204030204"/>
              <a:ea typeface="Calibri" panose="020F0502020204030204"/>
              <a:cs typeface="Calibri" panose="020F0502020204030204"/>
              <a:sym typeface="Calibri" panose="020F0502020204030204"/>
            </a:endParaRPr>
          </a:p>
          <a:p>
            <a:pPr marL="457200" lvl="0" indent="-361950" algn="l" rtl="0">
              <a:lnSpc>
                <a:spcPct val="150000"/>
              </a:lnSpc>
              <a:spcBef>
                <a:spcPts val="0"/>
              </a:spcBef>
              <a:spcAft>
                <a:spcPts val="0"/>
              </a:spcAft>
              <a:buClr>
                <a:schemeClr val="dk1"/>
              </a:buClr>
              <a:buSzPts val="2100"/>
              <a:buFont typeface="Calibri" panose="020F0502020204030204"/>
              <a:buChar char="●"/>
            </a:pPr>
            <a:r>
              <a:rPr lang="en-US" sz="2100">
                <a:solidFill>
                  <a:schemeClr val="dk1"/>
                </a:solidFill>
                <a:latin typeface="Calibri" panose="020F0502020204030204"/>
                <a:ea typeface="Calibri" panose="020F0502020204030204"/>
                <a:cs typeface="Calibri" panose="020F0502020204030204"/>
                <a:sym typeface="Calibri" panose="020F0502020204030204"/>
              </a:rPr>
              <a:t>Constructors / Destructors</a:t>
            </a:r>
            <a:endParaRPr sz="2100">
              <a:solidFill>
                <a:schemeClr val="dk1"/>
              </a:solidFill>
              <a:latin typeface="Calibri" panose="020F0502020204030204"/>
              <a:ea typeface="Calibri" panose="020F0502020204030204"/>
              <a:cs typeface="Calibri" panose="020F0502020204030204"/>
              <a:sym typeface="Calibri" panose="020F0502020204030204"/>
            </a:endParaRPr>
          </a:p>
          <a:p>
            <a:pPr marL="457200" lvl="0" indent="-361950" algn="l" rtl="0">
              <a:lnSpc>
                <a:spcPct val="150000"/>
              </a:lnSpc>
              <a:spcBef>
                <a:spcPts val="0"/>
              </a:spcBef>
              <a:spcAft>
                <a:spcPts val="0"/>
              </a:spcAft>
              <a:buClr>
                <a:schemeClr val="dk1"/>
              </a:buClr>
              <a:buSzPts val="2100"/>
              <a:buFont typeface="Calibri" panose="020F0502020204030204"/>
              <a:buChar char="●"/>
            </a:pPr>
            <a:r>
              <a:rPr lang="en-US" sz="2100">
                <a:solidFill>
                  <a:schemeClr val="dk1"/>
                </a:solidFill>
                <a:latin typeface="Calibri" panose="020F0502020204030204"/>
                <a:ea typeface="Calibri" panose="020F0502020204030204"/>
                <a:cs typeface="Calibri" panose="020F0502020204030204"/>
                <a:sym typeface="Calibri" panose="020F0502020204030204"/>
              </a:rPr>
              <a:t>Operator overloading</a:t>
            </a:r>
            <a:endParaRPr sz="2100">
              <a:solidFill>
                <a:schemeClr val="dk1"/>
              </a:solidFill>
              <a:latin typeface="Calibri" panose="020F0502020204030204"/>
              <a:ea typeface="Calibri" panose="020F0502020204030204"/>
              <a:cs typeface="Calibri" panose="020F0502020204030204"/>
              <a:sym typeface="Calibri" panose="020F0502020204030204"/>
            </a:endParaRPr>
          </a:p>
          <a:p>
            <a:pPr marL="457200" lvl="0" indent="-361950" algn="l" rtl="0">
              <a:lnSpc>
                <a:spcPct val="150000"/>
              </a:lnSpc>
              <a:spcBef>
                <a:spcPts val="0"/>
              </a:spcBef>
              <a:spcAft>
                <a:spcPts val="0"/>
              </a:spcAft>
              <a:buClr>
                <a:schemeClr val="dk1"/>
              </a:buClr>
              <a:buSzPts val="2100"/>
              <a:buFont typeface="Calibri" panose="020F0502020204030204"/>
              <a:buChar char="●"/>
            </a:pPr>
            <a:r>
              <a:rPr lang="en-US" sz="2100">
                <a:solidFill>
                  <a:schemeClr val="dk1"/>
                </a:solidFill>
                <a:latin typeface="Calibri" panose="020F0502020204030204"/>
                <a:ea typeface="Calibri" panose="020F0502020204030204"/>
                <a:cs typeface="Calibri" panose="020F0502020204030204"/>
                <a:sym typeface="Calibri" panose="020F0502020204030204"/>
              </a:rPr>
              <a:t>Inheritance</a:t>
            </a:r>
            <a:endParaRPr sz="2100">
              <a:solidFill>
                <a:schemeClr val="dk1"/>
              </a:solidFill>
              <a:latin typeface="Calibri" panose="020F0502020204030204"/>
              <a:ea typeface="Calibri" panose="020F0502020204030204"/>
              <a:cs typeface="Calibri" panose="020F0502020204030204"/>
              <a:sym typeface="Calibri" panose="020F0502020204030204"/>
            </a:endParaRPr>
          </a:p>
          <a:p>
            <a:pPr marL="457200" lvl="0" indent="-361950" algn="l" rtl="0">
              <a:lnSpc>
                <a:spcPct val="150000"/>
              </a:lnSpc>
              <a:spcBef>
                <a:spcPts val="0"/>
              </a:spcBef>
              <a:spcAft>
                <a:spcPts val="0"/>
              </a:spcAft>
              <a:buClr>
                <a:schemeClr val="dk1"/>
              </a:buClr>
              <a:buSzPts val="2100"/>
              <a:buFont typeface="Calibri" panose="020F0502020204030204"/>
              <a:buChar char="●"/>
            </a:pPr>
            <a:r>
              <a:rPr lang="en-US" sz="2100">
                <a:solidFill>
                  <a:schemeClr val="dk1"/>
                </a:solidFill>
                <a:latin typeface="Calibri" panose="020F0502020204030204"/>
                <a:ea typeface="Calibri" panose="020F0502020204030204"/>
                <a:cs typeface="Calibri" panose="020F0502020204030204"/>
                <a:sym typeface="Calibri" panose="020F0502020204030204"/>
              </a:rPr>
              <a:t>Generics </a:t>
            </a:r>
            <a:r>
              <a:rPr lang="en-US" sz="2100" i="1" u="sng">
                <a:solidFill>
                  <a:schemeClr val="hlink"/>
                </a:solidFill>
                <a:latin typeface="Calibri" panose="020F0502020204030204"/>
                <a:ea typeface="Calibri" panose="020F0502020204030204"/>
                <a:cs typeface="Calibri" panose="020F0502020204030204"/>
                <a:sym typeface="Calibri" panose="020F0502020204030204"/>
                <a:hlinkClick r:id="rId4"/>
              </a:rPr>
              <a:t>(may come with 1.17)</a:t>
            </a:r>
            <a:endParaRPr sz="2100" i="1">
              <a:solidFill>
                <a:schemeClr val="dk1"/>
              </a:solidFill>
              <a:latin typeface="Calibri" panose="020F0502020204030204"/>
              <a:ea typeface="Calibri" panose="020F0502020204030204"/>
              <a:cs typeface="Calibri" panose="020F0502020204030204"/>
              <a:sym typeface="Calibri" panose="020F0502020204030204"/>
            </a:endParaRPr>
          </a:p>
          <a:p>
            <a:pPr marL="457200" lvl="0" indent="-361950" algn="l" rtl="0">
              <a:lnSpc>
                <a:spcPct val="150000"/>
              </a:lnSpc>
              <a:spcBef>
                <a:spcPts val="0"/>
              </a:spcBef>
              <a:spcAft>
                <a:spcPts val="0"/>
              </a:spcAft>
              <a:buClr>
                <a:schemeClr val="dk1"/>
              </a:buClr>
              <a:buSzPts val="2100"/>
              <a:buFont typeface="Calibri" panose="020F0502020204030204"/>
              <a:buChar char="●"/>
            </a:pPr>
            <a:r>
              <a:rPr lang="en-US" sz="2100">
                <a:solidFill>
                  <a:schemeClr val="dk1"/>
                </a:solidFill>
                <a:latin typeface="Calibri" panose="020F0502020204030204"/>
                <a:ea typeface="Calibri" panose="020F0502020204030204"/>
                <a:cs typeface="Calibri" panose="020F0502020204030204"/>
                <a:sym typeface="Calibri" panose="020F0502020204030204"/>
              </a:rPr>
              <a:t>Exceptions</a:t>
            </a:r>
            <a:endParaRPr sz="2100">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202" name="Shape 202"/>
        <p:cNvGrpSpPr/>
        <p:nvPr/>
      </p:nvGrpSpPr>
      <p:grpSpPr>
        <a:xfrm>
          <a:off x="0" y="0"/>
          <a:ext cx="0" cy="0"/>
          <a:chOff x="0" y="0"/>
          <a:chExt cx="0" cy="0"/>
        </a:xfrm>
      </p:grpSpPr>
      <p:sp>
        <p:nvSpPr>
          <p:cNvPr id="203" name="Google Shape;203;p27"/>
          <p:cNvSpPr txBox="1"/>
          <p:nvPr>
            <p:ph type="title"/>
          </p:nvPr>
        </p:nvSpPr>
        <p:spPr>
          <a:xfrm>
            <a:off x="321144" y="246401"/>
            <a:ext cx="7340700" cy="86670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Clr>
                <a:schemeClr val="lt1"/>
              </a:buClr>
              <a:buSzPts val="3300"/>
              <a:buFont typeface="Roboto" panose="02000000000000000000"/>
              <a:buNone/>
            </a:pPr>
            <a:r>
              <a:rPr lang="en-US"/>
              <a:t>Play with Go!</a:t>
            </a:r>
            <a:endParaRPr lang="en-US"/>
          </a:p>
        </p:txBody>
      </p:sp>
      <p:pic>
        <p:nvPicPr>
          <p:cNvPr id="204" name="Google Shape;204;p27" descr="A picture containing drawing&#10;&#10;Description automatically generated"/>
          <p:cNvPicPr preferRelativeResize="0"/>
          <p:nvPr/>
        </p:nvPicPr>
        <p:blipFill rotWithShape="1">
          <a:blip r:embed="rId1"/>
          <a:srcRect/>
          <a:stretch>
            <a:fillRect/>
          </a:stretch>
        </p:blipFill>
        <p:spPr>
          <a:xfrm>
            <a:off x="8039153" y="1777905"/>
            <a:ext cx="757837" cy="687315"/>
          </a:xfrm>
          <a:prstGeom prst="rect">
            <a:avLst/>
          </a:prstGeom>
          <a:noFill/>
          <a:ln>
            <a:noFill/>
          </a:ln>
        </p:spPr>
      </p:pic>
      <p:pic>
        <p:nvPicPr>
          <p:cNvPr id="205" name="Google Shape;205;p27" descr="A picture containing drawing&#10;&#10;Description automatically generated"/>
          <p:cNvPicPr preferRelativeResize="0"/>
          <p:nvPr/>
        </p:nvPicPr>
        <p:blipFill rotWithShape="1">
          <a:blip r:embed="rId2"/>
          <a:srcRect/>
          <a:stretch>
            <a:fillRect/>
          </a:stretch>
        </p:blipFill>
        <p:spPr>
          <a:xfrm>
            <a:off x="7962803" y="2751247"/>
            <a:ext cx="910535" cy="893284"/>
          </a:xfrm>
          <a:prstGeom prst="rect">
            <a:avLst/>
          </a:prstGeom>
          <a:noFill/>
          <a:ln>
            <a:noFill/>
          </a:ln>
        </p:spPr>
      </p:pic>
      <p:pic>
        <p:nvPicPr>
          <p:cNvPr id="206" name="Google Shape;206;p27"/>
          <p:cNvPicPr preferRelativeResize="0"/>
          <p:nvPr/>
        </p:nvPicPr>
        <p:blipFill>
          <a:blip r:embed="rId3"/>
          <a:stretch>
            <a:fillRect/>
          </a:stretch>
        </p:blipFill>
        <p:spPr>
          <a:xfrm>
            <a:off x="992375" y="4773050"/>
            <a:ext cx="586850" cy="370450"/>
          </a:xfrm>
          <a:prstGeom prst="rect">
            <a:avLst/>
          </a:prstGeom>
          <a:noFill/>
          <a:ln>
            <a:noFill/>
          </a:ln>
        </p:spPr>
      </p:pic>
      <p:sp>
        <p:nvSpPr>
          <p:cNvPr id="207" name="Google Shape;207;p27"/>
          <p:cNvSpPr txBox="1"/>
          <p:nvPr/>
        </p:nvSpPr>
        <p:spPr>
          <a:xfrm>
            <a:off x="321150" y="2791538"/>
            <a:ext cx="7340700" cy="812700"/>
          </a:xfrm>
          <a:prstGeom prst="rect">
            <a:avLst/>
          </a:prstGeom>
          <a:noFill/>
          <a:ln>
            <a:noFill/>
          </a:ln>
        </p:spPr>
        <p:txBody>
          <a:bodyPr spcFirstLastPara="1" wrap="square" lIns="91425" tIns="91425" rIns="91425" bIns="91425" anchor="ctr" anchorCtr="0">
            <a:noAutofit/>
          </a:bodyPr>
          <a:lstStyle/>
          <a:p>
            <a:pPr marL="457200" lvl="0" indent="0" algn="ctr" rtl="0">
              <a:lnSpc>
                <a:spcPct val="150000"/>
              </a:lnSpc>
              <a:spcBef>
                <a:spcPts val="0"/>
              </a:spcBef>
              <a:spcAft>
                <a:spcPts val="0"/>
              </a:spcAft>
              <a:buNone/>
            </a:pPr>
            <a:r>
              <a:rPr lang="en-US" sz="4400" u="sng">
                <a:solidFill>
                  <a:schemeClr val="hlink"/>
                </a:solidFill>
                <a:latin typeface="Calibri" panose="020F0502020204030204"/>
                <a:ea typeface="Calibri" panose="020F0502020204030204"/>
                <a:cs typeface="Calibri" panose="020F0502020204030204"/>
                <a:sym typeface="Calibri" panose="020F0502020204030204"/>
                <a:hlinkClick r:id="rId4"/>
              </a:rPr>
              <a:t>https://play.golang.org</a:t>
            </a:r>
            <a:endParaRPr sz="4400">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208" name="Google Shape;208;p27"/>
          <p:cNvPicPr preferRelativeResize="0"/>
          <p:nvPr/>
        </p:nvPicPr>
        <p:blipFill>
          <a:blip r:embed="rId5"/>
          <a:stretch>
            <a:fillRect/>
          </a:stretch>
        </p:blipFill>
        <p:spPr>
          <a:xfrm>
            <a:off x="3005663" y="1750088"/>
            <a:ext cx="1971675" cy="7429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212" name="Shape 212"/>
        <p:cNvGrpSpPr/>
        <p:nvPr/>
      </p:nvGrpSpPr>
      <p:grpSpPr>
        <a:xfrm>
          <a:off x="0" y="0"/>
          <a:ext cx="0" cy="0"/>
          <a:chOff x="0" y="0"/>
          <a:chExt cx="0" cy="0"/>
        </a:xfrm>
      </p:grpSpPr>
      <p:sp>
        <p:nvSpPr>
          <p:cNvPr id="213" name="Google Shape;213;p28"/>
          <p:cNvSpPr txBox="1"/>
          <p:nvPr>
            <p:ph type="title"/>
          </p:nvPr>
        </p:nvSpPr>
        <p:spPr>
          <a:xfrm>
            <a:off x="321144" y="246401"/>
            <a:ext cx="7340700" cy="86670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Clr>
                <a:schemeClr val="lt1"/>
              </a:buClr>
              <a:buSzPts val="3300"/>
              <a:buFont typeface="Roboto" panose="02000000000000000000"/>
              <a:buNone/>
            </a:pPr>
            <a:r>
              <a:rPr lang="en-US"/>
              <a:t>Package Import</a:t>
            </a:r>
            <a:endParaRPr lang="en-US"/>
          </a:p>
        </p:txBody>
      </p:sp>
      <p:pic>
        <p:nvPicPr>
          <p:cNvPr id="214" name="Google Shape;214;p28" descr="A picture containing drawing&#10;&#10;Description automatically generated"/>
          <p:cNvPicPr preferRelativeResize="0"/>
          <p:nvPr/>
        </p:nvPicPr>
        <p:blipFill rotWithShape="1">
          <a:blip r:embed="rId1"/>
          <a:srcRect/>
          <a:stretch>
            <a:fillRect/>
          </a:stretch>
        </p:blipFill>
        <p:spPr>
          <a:xfrm>
            <a:off x="8039153" y="1777905"/>
            <a:ext cx="757837" cy="687315"/>
          </a:xfrm>
          <a:prstGeom prst="rect">
            <a:avLst/>
          </a:prstGeom>
          <a:noFill/>
          <a:ln>
            <a:noFill/>
          </a:ln>
        </p:spPr>
      </p:pic>
      <p:pic>
        <p:nvPicPr>
          <p:cNvPr id="215" name="Google Shape;215;p28" descr="A picture containing drawing&#10;&#10;Description automatically generated"/>
          <p:cNvPicPr preferRelativeResize="0"/>
          <p:nvPr/>
        </p:nvPicPr>
        <p:blipFill rotWithShape="1">
          <a:blip r:embed="rId2"/>
          <a:srcRect/>
          <a:stretch>
            <a:fillRect/>
          </a:stretch>
        </p:blipFill>
        <p:spPr>
          <a:xfrm>
            <a:off x="7962803" y="2751247"/>
            <a:ext cx="910535" cy="893284"/>
          </a:xfrm>
          <a:prstGeom prst="rect">
            <a:avLst/>
          </a:prstGeom>
          <a:noFill/>
          <a:ln>
            <a:noFill/>
          </a:ln>
        </p:spPr>
      </p:pic>
      <p:sp>
        <p:nvSpPr>
          <p:cNvPr id="216" name="Google Shape;216;p28"/>
          <p:cNvSpPr txBox="1"/>
          <p:nvPr/>
        </p:nvSpPr>
        <p:spPr>
          <a:xfrm>
            <a:off x="321150" y="1845650"/>
            <a:ext cx="7340700" cy="812700"/>
          </a:xfrm>
          <a:prstGeom prst="rect">
            <a:avLst/>
          </a:prstGeom>
          <a:noFill/>
          <a:ln>
            <a:noFill/>
          </a:ln>
        </p:spPr>
        <p:txBody>
          <a:bodyPr spcFirstLastPara="1" wrap="square" lIns="91425" tIns="91425" rIns="91425" bIns="91425" anchor="t" anchorCtr="0">
            <a:noAutofit/>
          </a:bodyPr>
          <a:lstStyle/>
          <a:p>
            <a:pPr marL="457200" lvl="0" indent="-368300" algn="l" rtl="0">
              <a:lnSpc>
                <a:spcPct val="150000"/>
              </a:lnSpc>
              <a:spcBef>
                <a:spcPts val="0"/>
              </a:spcBef>
              <a:spcAft>
                <a:spcPts val="0"/>
              </a:spcAft>
              <a:buSzPts val="2200"/>
              <a:buChar char="●"/>
            </a:pPr>
            <a:r>
              <a:rPr lang="en-US" sz="2200">
                <a:solidFill>
                  <a:schemeClr val="dk1"/>
                </a:solidFill>
              </a:rPr>
              <a:t>Packages from the standard library are imported using their name</a:t>
            </a:r>
            <a:br>
              <a:rPr lang="en-US" sz="2200">
                <a:solidFill>
                  <a:schemeClr val="dk1"/>
                </a:solidFill>
              </a:rPr>
            </a:br>
            <a:r>
              <a:rPr lang="en-US" sz="2200">
                <a:solidFill>
                  <a:schemeClr val="dk1"/>
                </a:solidFill>
              </a:rPr>
              <a:t>	</a:t>
            </a:r>
            <a:r>
              <a:rPr lang="en-US" sz="1800">
                <a:solidFill>
                  <a:srgbClr val="0077AA"/>
                </a:solidFill>
                <a:highlight>
                  <a:srgbClr val="FFFFFF"/>
                </a:highlight>
                <a:latin typeface="Calibri" panose="020F0502020204030204"/>
                <a:ea typeface="Calibri" panose="020F0502020204030204"/>
                <a:cs typeface="Calibri" panose="020F0502020204030204"/>
                <a:sym typeface="Calibri" panose="020F0502020204030204"/>
              </a:rPr>
              <a:t>import</a:t>
            </a:r>
            <a:r>
              <a:rPr lang="en-US" sz="1800">
                <a:solidFill>
                  <a:schemeClr val="dk1"/>
                </a:solidFill>
                <a:highlight>
                  <a:srgbClr val="FFFFFF"/>
                </a:highlight>
                <a:latin typeface="Calibri" panose="020F0502020204030204"/>
                <a:ea typeface="Calibri" panose="020F0502020204030204"/>
                <a:cs typeface="Calibri" panose="020F0502020204030204"/>
                <a:sym typeface="Calibri" panose="020F0502020204030204"/>
              </a:rPr>
              <a:t> </a:t>
            </a:r>
            <a:r>
              <a:rPr lang="en-US" sz="1800">
                <a:solidFill>
                  <a:srgbClr val="669900"/>
                </a:solidFill>
                <a:highlight>
                  <a:srgbClr val="FFFFFF"/>
                </a:highlight>
                <a:latin typeface="Calibri" panose="020F0502020204030204"/>
                <a:ea typeface="Calibri" panose="020F0502020204030204"/>
                <a:cs typeface="Calibri" panose="020F0502020204030204"/>
                <a:sym typeface="Calibri" panose="020F0502020204030204"/>
              </a:rPr>
              <a:t>"fmt"</a:t>
            </a:r>
            <a:endParaRPr sz="2200"/>
          </a:p>
          <a:p>
            <a:pPr marL="457200" lvl="0" indent="-368300" algn="l" rtl="0">
              <a:lnSpc>
                <a:spcPct val="150000"/>
              </a:lnSpc>
              <a:spcBef>
                <a:spcPts val="1000"/>
              </a:spcBef>
              <a:spcAft>
                <a:spcPts val="1000"/>
              </a:spcAft>
              <a:buSzPts val="2200"/>
              <a:buChar char="●"/>
            </a:pPr>
            <a:r>
              <a:rPr lang="en-US" sz="2200"/>
              <a:t>Third-party packages are imported using their path</a:t>
            </a:r>
            <a:br>
              <a:rPr lang="en-US" sz="2200"/>
            </a:br>
            <a:r>
              <a:rPr lang="en-US" sz="2200"/>
              <a:t>	</a:t>
            </a:r>
            <a:r>
              <a:rPr lang="en-US" sz="1800">
                <a:solidFill>
                  <a:srgbClr val="0077AA"/>
                </a:solidFill>
                <a:highlight>
                  <a:srgbClr val="FFFFFF"/>
                </a:highlight>
                <a:latin typeface="Calibri" panose="020F0502020204030204"/>
                <a:ea typeface="Calibri" panose="020F0502020204030204"/>
                <a:cs typeface="Calibri" panose="020F0502020204030204"/>
                <a:sym typeface="Calibri" panose="020F0502020204030204"/>
              </a:rPr>
              <a:t>import</a:t>
            </a:r>
            <a:r>
              <a:rPr lang="en-US" sz="1800">
                <a:solidFill>
                  <a:schemeClr val="dk1"/>
                </a:solidFill>
                <a:highlight>
                  <a:srgbClr val="FFFFFF"/>
                </a:highlight>
                <a:latin typeface="Calibri" panose="020F0502020204030204"/>
                <a:ea typeface="Calibri" panose="020F0502020204030204"/>
                <a:cs typeface="Calibri" panose="020F0502020204030204"/>
                <a:sym typeface="Calibri" panose="020F0502020204030204"/>
              </a:rPr>
              <a:t> </a:t>
            </a:r>
            <a:r>
              <a:rPr lang="en-US" sz="1800">
                <a:solidFill>
                  <a:srgbClr val="669900"/>
                </a:solidFill>
                <a:highlight>
                  <a:srgbClr val="FFFFFF"/>
                </a:highlight>
                <a:latin typeface="Calibri" panose="020F0502020204030204"/>
                <a:ea typeface="Calibri" panose="020F0502020204030204"/>
                <a:cs typeface="Calibri" panose="020F0502020204030204"/>
                <a:sym typeface="Calibri" panose="020F0502020204030204"/>
              </a:rPr>
              <a:t>"github.com/sirupsen/logrus"</a:t>
            </a:r>
            <a:endParaRPr sz="2200"/>
          </a:p>
        </p:txBody>
      </p:sp>
      <p:pic>
        <p:nvPicPr>
          <p:cNvPr id="217" name="Google Shape;217;p28"/>
          <p:cNvPicPr preferRelativeResize="0"/>
          <p:nvPr/>
        </p:nvPicPr>
        <p:blipFill>
          <a:blip r:embed="rId3"/>
          <a:stretch>
            <a:fillRect/>
          </a:stretch>
        </p:blipFill>
        <p:spPr>
          <a:xfrm>
            <a:off x="992375" y="4773050"/>
            <a:ext cx="586850" cy="3704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221" name="Shape 221"/>
        <p:cNvGrpSpPr/>
        <p:nvPr/>
      </p:nvGrpSpPr>
      <p:grpSpPr>
        <a:xfrm>
          <a:off x="0" y="0"/>
          <a:ext cx="0" cy="0"/>
          <a:chOff x="0" y="0"/>
          <a:chExt cx="0" cy="0"/>
        </a:xfrm>
      </p:grpSpPr>
      <p:sp>
        <p:nvSpPr>
          <p:cNvPr id="222" name="Google Shape;222;p29"/>
          <p:cNvSpPr txBox="1"/>
          <p:nvPr>
            <p:ph type="title"/>
          </p:nvPr>
        </p:nvSpPr>
        <p:spPr>
          <a:xfrm>
            <a:off x="321144" y="246401"/>
            <a:ext cx="7340700" cy="86670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Clr>
                <a:schemeClr val="lt1"/>
              </a:buClr>
              <a:buSzPts val="3300"/>
              <a:buFont typeface="Roboto" panose="02000000000000000000"/>
              <a:buNone/>
            </a:pPr>
            <a:r>
              <a:rPr lang="en-US"/>
              <a:t>Package Import</a:t>
            </a:r>
            <a:endParaRPr lang="en-US"/>
          </a:p>
        </p:txBody>
      </p:sp>
      <p:pic>
        <p:nvPicPr>
          <p:cNvPr id="223" name="Google Shape;223;p29" descr="A picture containing drawing&#10;&#10;Description automatically generated"/>
          <p:cNvPicPr preferRelativeResize="0"/>
          <p:nvPr/>
        </p:nvPicPr>
        <p:blipFill rotWithShape="1">
          <a:blip r:embed="rId1"/>
          <a:srcRect/>
          <a:stretch>
            <a:fillRect/>
          </a:stretch>
        </p:blipFill>
        <p:spPr>
          <a:xfrm>
            <a:off x="8039153" y="1777905"/>
            <a:ext cx="757837" cy="687315"/>
          </a:xfrm>
          <a:prstGeom prst="rect">
            <a:avLst/>
          </a:prstGeom>
          <a:noFill/>
          <a:ln>
            <a:noFill/>
          </a:ln>
        </p:spPr>
      </p:pic>
      <p:pic>
        <p:nvPicPr>
          <p:cNvPr id="224" name="Google Shape;224;p29" descr="A picture containing drawing&#10;&#10;Description automatically generated"/>
          <p:cNvPicPr preferRelativeResize="0"/>
          <p:nvPr/>
        </p:nvPicPr>
        <p:blipFill rotWithShape="1">
          <a:blip r:embed="rId2"/>
          <a:srcRect/>
          <a:stretch>
            <a:fillRect/>
          </a:stretch>
        </p:blipFill>
        <p:spPr>
          <a:xfrm>
            <a:off x="7962803" y="2751247"/>
            <a:ext cx="910535" cy="893284"/>
          </a:xfrm>
          <a:prstGeom prst="rect">
            <a:avLst/>
          </a:prstGeom>
          <a:noFill/>
          <a:ln>
            <a:noFill/>
          </a:ln>
        </p:spPr>
      </p:pic>
      <p:sp>
        <p:nvSpPr>
          <p:cNvPr id="225" name="Google Shape;225;p29"/>
          <p:cNvSpPr txBox="1"/>
          <p:nvPr/>
        </p:nvSpPr>
        <p:spPr>
          <a:xfrm>
            <a:off x="321150" y="1845650"/>
            <a:ext cx="7340700" cy="812700"/>
          </a:xfrm>
          <a:prstGeom prst="rect">
            <a:avLst/>
          </a:prstGeom>
          <a:noFill/>
          <a:ln>
            <a:noFill/>
          </a:ln>
        </p:spPr>
        <p:txBody>
          <a:bodyPr spcFirstLastPara="1" wrap="square" lIns="91425" tIns="91425" rIns="91425" bIns="91425" anchor="t" anchorCtr="0">
            <a:noAutofit/>
          </a:bodyPr>
          <a:lstStyle/>
          <a:p>
            <a:pPr marL="457200" lvl="0" indent="-368300" algn="l" rtl="0">
              <a:lnSpc>
                <a:spcPct val="150000"/>
              </a:lnSpc>
              <a:spcBef>
                <a:spcPts val="1000"/>
              </a:spcBef>
              <a:spcAft>
                <a:spcPts val="0"/>
              </a:spcAft>
              <a:buSzPts val="2200"/>
              <a:buChar char="●"/>
            </a:pPr>
            <a:r>
              <a:rPr lang="en-US" sz="2200">
                <a:solidFill>
                  <a:schemeClr val="dk1"/>
                </a:solidFill>
              </a:rPr>
              <a:t>Members imported from a package must be qualified with the package name :</a:t>
            </a:r>
            <a:endParaRPr sz="2200">
              <a:solidFill>
                <a:schemeClr val="dk1"/>
              </a:solidFill>
            </a:endParaRPr>
          </a:p>
          <a:p>
            <a:pPr marL="457200" lvl="0" indent="0" algn="l" rtl="0">
              <a:lnSpc>
                <a:spcPct val="150000"/>
              </a:lnSpc>
              <a:spcBef>
                <a:spcPts val="1000"/>
              </a:spcBef>
              <a:spcAft>
                <a:spcPts val="0"/>
              </a:spcAft>
              <a:buNone/>
            </a:pPr>
            <a:r>
              <a:rPr lang="en-US" sz="1800">
                <a:solidFill>
                  <a:schemeClr val="dk1"/>
                </a:solidFill>
              </a:rPr>
              <a:t>fmt</a:t>
            </a:r>
            <a:r>
              <a:rPr lang="en-US" sz="1800">
                <a:solidFill>
                  <a:srgbClr val="999999"/>
                </a:solidFill>
              </a:rPr>
              <a:t>.</a:t>
            </a:r>
            <a:r>
              <a:rPr lang="en-US" sz="1800">
                <a:solidFill>
                  <a:srgbClr val="DD4A68"/>
                </a:solidFill>
              </a:rPr>
              <a:t>Println</a:t>
            </a:r>
            <a:r>
              <a:rPr lang="en-US" sz="1800">
                <a:solidFill>
                  <a:srgbClr val="999999"/>
                </a:solidFill>
              </a:rPr>
              <a:t>(</a:t>
            </a:r>
            <a:r>
              <a:rPr lang="en-US" sz="1800">
                <a:solidFill>
                  <a:srgbClr val="669900"/>
                </a:solidFill>
              </a:rPr>
              <a:t>"Hello 🐶"</a:t>
            </a:r>
            <a:r>
              <a:rPr lang="en-US" sz="1800">
                <a:solidFill>
                  <a:srgbClr val="999999"/>
                </a:solidFill>
              </a:rPr>
              <a:t>)</a:t>
            </a:r>
            <a:endParaRPr sz="1800">
              <a:solidFill>
                <a:srgbClr val="999999"/>
              </a:solidFill>
            </a:endParaRPr>
          </a:p>
          <a:p>
            <a:pPr marL="457200" lvl="0" indent="0" algn="l" rtl="0">
              <a:lnSpc>
                <a:spcPct val="150000"/>
              </a:lnSpc>
              <a:spcBef>
                <a:spcPts val="1000"/>
              </a:spcBef>
              <a:spcAft>
                <a:spcPts val="1000"/>
              </a:spcAft>
              <a:buClr>
                <a:schemeClr val="dk1"/>
              </a:buClr>
              <a:buSzPts val="1100"/>
              <a:buFont typeface="Arial" panose="020B0604020202020204"/>
              <a:buNone/>
            </a:pPr>
            <a:r>
              <a:rPr lang="en-US" sz="1800">
                <a:solidFill>
                  <a:schemeClr val="dk1"/>
                </a:solidFill>
              </a:rPr>
              <a:t>logrus</a:t>
            </a:r>
            <a:r>
              <a:rPr lang="en-US" sz="1800">
                <a:solidFill>
                  <a:srgbClr val="999999"/>
                </a:solidFill>
              </a:rPr>
              <a:t>.</a:t>
            </a:r>
            <a:r>
              <a:rPr lang="en-US" sz="1800">
                <a:solidFill>
                  <a:srgbClr val="DD4A68"/>
                </a:solidFill>
              </a:rPr>
              <a:t>Info</a:t>
            </a:r>
            <a:r>
              <a:rPr lang="en-US" sz="1800">
                <a:solidFill>
                  <a:srgbClr val="999999"/>
                </a:solidFill>
              </a:rPr>
              <a:t>(</a:t>
            </a:r>
            <a:r>
              <a:rPr lang="en-US" sz="1800">
                <a:solidFill>
                  <a:srgbClr val="669900"/>
                </a:solidFill>
              </a:rPr>
              <a:t>"Hi 🐱"</a:t>
            </a:r>
            <a:r>
              <a:rPr lang="en-US" sz="1800">
                <a:solidFill>
                  <a:srgbClr val="999999"/>
                </a:solidFill>
              </a:rPr>
              <a:t>)</a:t>
            </a:r>
            <a:endParaRPr sz="1800">
              <a:solidFill>
                <a:srgbClr val="999999"/>
              </a:solidFill>
            </a:endParaRPr>
          </a:p>
        </p:txBody>
      </p:sp>
      <p:pic>
        <p:nvPicPr>
          <p:cNvPr id="226" name="Google Shape;226;p29"/>
          <p:cNvPicPr preferRelativeResize="0"/>
          <p:nvPr/>
        </p:nvPicPr>
        <p:blipFill>
          <a:blip r:embed="rId3"/>
          <a:stretch>
            <a:fillRect/>
          </a:stretch>
        </p:blipFill>
        <p:spPr>
          <a:xfrm>
            <a:off x="992375" y="4773050"/>
            <a:ext cx="586850" cy="3704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230" name="Shape 230"/>
        <p:cNvGrpSpPr/>
        <p:nvPr/>
      </p:nvGrpSpPr>
      <p:grpSpPr>
        <a:xfrm>
          <a:off x="0" y="0"/>
          <a:ext cx="0" cy="0"/>
          <a:chOff x="0" y="0"/>
          <a:chExt cx="0" cy="0"/>
        </a:xfrm>
      </p:grpSpPr>
      <p:sp>
        <p:nvSpPr>
          <p:cNvPr id="231" name="Google Shape;231;p30"/>
          <p:cNvSpPr txBox="1"/>
          <p:nvPr>
            <p:ph type="title"/>
          </p:nvPr>
        </p:nvSpPr>
        <p:spPr>
          <a:xfrm>
            <a:off x="321144" y="246401"/>
            <a:ext cx="7340700" cy="86670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Clr>
                <a:schemeClr val="lt1"/>
              </a:buClr>
              <a:buSzPts val="3300"/>
              <a:buFont typeface="Roboto" panose="02000000000000000000"/>
              <a:buNone/>
            </a:pPr>
            <a:r>
              <a:rPr lang="en-US"/>
              <a:t>Package </a:t>
            </a:r>
            <a:r>
              <a:rPr lang="en-US"/>
              <a:t>I</a:t>
            </a:r>
            <a:r>
              <a:rPr lang="en-US"/>
              <a:t>mport</a:t>
            </a:r>
            <a:endParaRPr lang="en-US"/>
          </a:p>
        </p:txBody>
      </p:sp>
      <p:pic>
        <p:nvPicPr>
          <p:cNvPr id="232" name="Google Shape;232;p30" descr="A picture containing drawing&#10;&#10;Description automatically generated"/>
          <p:cNvPicPr preferRelativeResize="0"/>
          <p:nvPr/>
        </p:nvPicPr>
        <p:blipFill rotWithShape="1">
          <a:blip r:embed="rId1"/>
          <a:srcRect/>
          <a:stretch>
            <a:fillRect/>
          </a:stretch>
        </p:blipFill>
        <p:spPr>
          <a:xfrm>
            <a:off x="8039153" y="1777905"/>
            <a:ext cx="757837" cy="687315"/>
          </a:xfrm>
          <a:prstGeom prst="rect">
            <a:avLst/>
          </a:prstGeom>
          <a:noFill/>
          <a:ln>
            <a:noFill/>
          </a:ln>
        </p:spPr>
      </p:pic>
      <p:pic>
        <p:nvPicPr>
          <p:cNvPr id="233" name="Google Shape;233;p30" descr="A picture containing drawing&#10;&#10;Description automatically generated"/>
          <p:cNvPicPr preferRelativeResize="0"/>
          <p:nvPr/>
        </p:nvPicPr>
        <p:blipFill rotWithShape="1">
          <a:blip r:embed="rId2"/>
          <a:srcRect/>
          <a:stretch>
            <a:fillRect/>
          </a:stretch>
        </p:blipFill>
        <p:spPr>
          <a:xfrm>
            <a:off x="7962803" y="2751247"/>
            <a:ext cx="910535" cy="893284"/>
          </a:xfrm>
          <a:prstGeom prst="rect">
            <a:avLst/>
          </a:prstGeom>
          <a:noFill/>
          <a:ln>
            <a:noFill/>
          </a:ln>
        </p:spPr>
      </p:pic>
      <p:sp>
        <p:nvSpPr>
          <p:cNvPr id="234" name="Google Shape;234;p30"/>
          <p:cNvSpPr txBox="1"/>
          <p:nvPr/>
        </p:nvSpPr>
        <p:spPr>
          <a:xfrm>
            <a:off x="321150" y="1845650"/>
            <a:ext cx="7340700" cy="812700"/>
          </a:xfrm>
          <a:prstGeom prst="rect">
            <a:avLst/>
          </a:prstGeom>
          <a:noFill/>
          <a:ln>
            <a:noFill/>
          </a:ln>
        </p:spPr>
        <p:txBody>
          <a:bodyPr spcFirstLastPara="1" wrap="square" lIns="91425" tIns="91425" rIns="91425" bIns="91425" anchor="t" anchorCtr="0">
            <a:noAutofit/>
          </a:bodyPr>
          <a:lstStyle/>
          <a:p>
            <a:pPr marL="457200" lvl="0" indent="-368300" algn="l" rtl="0">
              <a:lnSpc>
                <a:spcPct val="100000"/>
              </a:lnSpc>
              <a:spcBef>
                <a:spcPts val="1000"/>
              </a:spcBef>
              <a:spcAft>
                <a:spcPts val="0"/>
              </a:spcAft>
              <a:buSzPts val="2200"/>
              <a:buChar char="●"/>
            </a:pPr>
            <a:r>
              <a:rPr lang="en-US" sz="2200">
                <a:solidFill>
                  <a:schemeClr val="dk1"/>
                </a:solidFill>
              </a:rPr>
              <a:t>Packages can be imported using a single </a:t>
            </a:r>
            <a:r>
              <a:rPr lang="en-US" sz="2200" b="1">
                <a:solidFill>
                  <a:schemeClr val="dk1"/>
                </a:solidFill>
              </a:rPr>
              <a:t>import</a:t>
            </a:r>
            <a:r>
              <a:rPr lang="en-US" sz="2200">
                <a:solidFill>
                  <a:schemeClr val="dk1"/>
                </a:solidFill>
              </a:rPr>
              <a:t> declaration</a:t>
            </a:r>
            <a:br>
              <a:rPr lang="en-US" sz="2200">
                <a:solidFill>
                  <a:schemeClr val="dk1"/>
                </a:solidFill>
              </a:rPr>
            </a:br>
            <a:br>
              <a:rPr lang="en-US" sz="2200">
                <a:solidFill>
                  <a:schemeClr val="dk1"/>
                </a:solidFill>
              </a:rPr>
            </a:br>
            <a:r>
              <a:rPr lang="en-US" sz="2200">
                <a:solidFill>
                  <a:schemeClr val="dk1"/>
                </a:solidFill>
              </a:rPr>
              <a:t>	</a:t>
            </a:r>
            <a:r>
              <a:rPr lang="en-US" sz="1800">
                <a:solidFill>
                  <a:srgbClr val="0077AA"/>
                </a:solidFill>
                <a:highlight>
                  <a:srgbClr val="FFFFFF"/>
                </a:highlight>
              </a:rPr>
              <a:t>import</a:t>
            </a:r>
            <a:r>
              <a:rPr lang="en-US" sz="1800">
                <a:solidFill>
                  <a:schemeClr val="dk1"/>
                </a:solidFill>
                <a:highlight>
                  <a:srgbClr val="FFFFFF"/>
                </a:highlight>
              </a:rPr>
              <a:t> </a:t>
            </a:r>
            <a:r>
              <a:rPr lang="en-US" sz="1800">
                <a:solidFill>
                  <a:srgbClr val="999999"/>
                </a:solidFill>
                <a:highlight>
                  <a:srgbClr val="FFFFFF"/>
                </a:highlight>
              </a:rPr>
              <a:t>(</a:t>
            </a:r>
            <a:endParaRPr sz="1800">
              <a:solidFill>
                <a:schemeClr val="dk1"/>
              </a:solidFill>
              <a:highlight>
                <a:srgbClr val="FFFFFF"/>
              </a:highlight>
            </a:endParaRPr>
          </a:p>
          <a:p>
            <a:pPr marL="457200" lvl="0" indent="0" algn="l" rtl="0">
              <a:lnSpc>
                <a:spcPct val="100000"/>
              </a:lnSpc>
              <a:spcBef>
                <a:spcPts val="1000"/>
              </a:spcBef>
              <a:spcAft>
                <a:spcPts val="0"/>
              </a:spcAft>
              <a:buNone/>
            </a:pPr>
            <a:r>
              <a:rPr lang="en-US" sz="1800">
                <a:solidFill>
                  <a:schemeClr val="dk1"/>
                </a:solidFill>
                <a:highlight>
                  <a:srgbClr val="FFFFFF"/>
                </a:highlight>
              </a:rPr>
              <a:t>    		</a:t>
            </a:r>
            <a:r>
              <a:rPr lang="en-US" sz="1800">
                <a:solidFill>
                  <a:srgbClr val="669900"/>
                </a:solidFill>
                <a:highlight>
                  <a:srgbClr val="FFFFFF"/>
                </a:highlight>
              </a:rPr>
              <a:t>"fmt"</a:t>
            </a:r>
            <a:endParaRPr sz="1800">
              <a:solidFill>
                <a:schemeClr val="dk1"/>
              </a:solidFill>
              <a:highlight>
                <a:srgbClr val="FFFFFF"/>
              </a:highlight>
            </a:endParaRPr>
          </a:p>
          <a:p>
            <a:pPr marL="457200" lvl="0" indent="0" algn="l" rtl="0">
              <a:lnSpc>
                <a:spcPct val="100000"/>
              </a:lnSpc>
              <a:spcBef>
                <a:spcPts val="1000"/>
              </a:spcBef>
              <a:spcAft>
                <a:spcPts val="0"/>
              </a:spcAft>
              <a:buNone/>
            </a:pPr>
            <a:r>
              <a:rPr lang="en-US" sz="1800">
                <a:solidFill>
                  <a:schemeClr val="dk1"/>
                </a:solidFill>
                <a:highlight>
                  <a:srgbClr val="FFFFFF"/>
                </a:highlight>
              </a:rPr>
              <a:t>    		</a:t>
            </a:r>
            <a:r>
              <a:rPr lang="en-US" sz="1800">
                <a:solidFill>
                  <a:srgbClr val="669900"/>
                </a:solidFill>
                <a:highlight>
                  <a:srgbClr val="FFFFFF"/>
                </a:highlight>
              </a:rPr>
              <a:t>"</a:t>
            </a:r>
            <a:r>
              <a:rPr lang="en-US" sz="1800">
                <a:solidFill>
                  <a:srgbClr val="669900"/>
                </a:solidFill>
                <a:highlight>
                  <a:srgbClr val="FFFFFF"/>
                </a:highlight>
                <a:latin typeface="Calibri" panose="020F0502020204030204"/>
                <a:ea typeface="Calibri" panose="020F0502020204030204"/>
                <a:cs typeface="Calibri" panose="020F0502020204030204"/>
                <a:sym typeface="Calibri" panose="020F0502020204030204"/>
              </a:rPr>
              <a:t>github.com/sirupsen/logrus</a:t>
            </a:r>
            <a:r>
              <a:rPr lang="en-US" sz="1800">
                <a:solidFill>
                  <a:srgbClr val="669900"/>
                </a:solidFill>
                <a:highlight>
                  <a:srgbClr val="FFFFFF"/>
                </a:highlight>
              </a:rPr>
              <a:t>"</a:t>
            </a:r>
            <a:endParaRPr sz="1800">
              <a:solidFill>
                <a:schemeClr val="dk1"/>
              </a:solidFill>
              <a:highlight>
                <a:srgbClr val="FFFFFF"/>
              </a:highlight>
            </a:endParaRPr>
          </a:p>
          <a:p>
            <a:pPr marL="457200" lvl="0" indent="457200" algn="l" rtl="0">
              <a:lnSpc>
                <a:spcPct val="100000"/>
              </a:lnSpc>
              <a:spcBef>
                <a:spcPts val="1000"/>
              </a:spcBef>
              <a:spcAft>
                <a:spcPts val="0"/>
              </a:spcAft>
              <a:buNone/>
            </a:pPr>
            <a:r>
              <a:rPr lang="en-US" sz="1800">
                <a:solidFill>
                  <a:srgbClr val="999999"/>
                </a:solidFill>
                <a:highlight>
                  <a:srgbClr val="FFFFFF"/>
                </a:highlight>
              </a:rPr>
              <a:t>)</a:t>
            </a:r>
            <a:endParaRPr sz="1800">
              <a:solidFill>
                <a:srgbClr val="999999"/>
              </a:solidFill>
              <a:highlight>
                <a:srgbClr val="FFFFFF"/>
              </a:highlight>
            </a:endParaRPr>
          </a:p>
          <a:p>
            <a:pPr marL="457200" lvl="0" indent="-368300" algn="l" rtl="0">
              <a:lnSpc>
                <a:spcPct val="150000"/>
              </a:lnSpc>
              <a:spcBef>
                <a:spcPts val="1000"/>
              </a:spcBef>
              <a:spcAft>
                <a:spcPts val="1000"/>
              </a:spcAft>
              <a:buClr>
                <a:schemeClr val="dk1"/>
              </a:buClr>
              <a:buSzPts val="2200"/>
              <a:buChar char="●"/>
            </a:pPr>
            <a:endParaRPr sz="2200">
              <a:solidFill>
                <a:schemeClr val="dk1"/>
              </a:solidFill>
            </a:endParaRPr>
          </a:p>
        </p:txBody>
      </p:sp>
      <p:pic>
        <p:nvPicPr>
          <p:cNvPr id="235" name="Google Shape;235;p30"/>
          <p:cNvPicPr preferRelativeResize="0"/>
          <p:nvPr/>
        </p:nvPicPr>
        <p:blipFill>
          <a:blip r:embed="rId3"/>
          <a:stretch>
            <a:fillRect/>
          </a:stretch>
        </p:blipFill>
        <p:spPr>
          <a:xfrm>
            <a:off x="992375" y="4773050"/>
            <a:ext cx="586850" cy="3704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239" name="Shape 239"/>
        <p:cNvGrpSpPr/>
        <p:nvPr/>
      </p:nvGrpSpPr>
      <p:grpSpPr>
        <a:xfrm>
          <a:off x="0" y="0"/>
          <a:ext cx="0" cy="0"/>
          <a:chOff x="0" y="0"/>
          <a:chExt cx="0" cy="0"/>
        </a:xfrm>
      </p:grpSpPr>
      <p:sp>
        <p:nvSpPr>
          <p:cNvPr id="240" name="Google Shape;240;p31"/>
          <p:cNvSpPr txBox="1"/>
          <p:nvPr>
            <p:ph type="title"/>
          </p:nvPr>
        </p:nvSpPr>
        <p:spPr>
          <a:xfrm>
            <a:off x="321144" y="246401"/>
            <a:ext cx="7340700" cy="86670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Clr>
                <a:schemeClr val="lt1"/>
              </a:buClr>
              <a:buSzPts val="3300"/>
              <a:buFont typeface="Roboto" panose="02000000000000000000"/>
              <a:buNone/>
            </a:pPr>
            <a:r>
              <a:rPr lang="en-US"/>
              <a:t>Variables Declaration</a:t>
            </a:r>
            <a:endParaRPr lang="en-US"/>
          </a:p>
        </p:txBody>
      </p:sp>
      <p:pic>
        <p:nvPicPr>
          <p:cNvPr id="241" name="Google Shape;241;p31" descr="A picture containing drawing&#10;&#10;Description automatically generated"/>
          <p:cNvPicPr preferRelativeResize="0"/>
          <p:nvPr/>
        </p:nvPicPr>
        <p:blipFill rotWithShape="1">
          <a:blip r:embed="rId1"/>
          <a:srcRect/>
          <a:stretch>
            <a:fillRect/>
          </a:stretch>
        </p:blipFill>
        <p:spPr>
          <a:xfrm>
            <a:off x="8039153" y="1777905"/>
            <a:ext cx="757837" cy="687315"/>
          </a:xfrm>
          <a:prstGeom prst="rect">
            <a:avLst/>
          </a:prstGeom>
          <a:noFill/>
          <a:ln>
            <a:noFill/>
          </a:ln>
        </p:spPr>
      </p:pic>
      <p:pic>
        <p:nvPicPr>
          <p:cNvPr id="242" name="Google Shape;242;p31" descr="A picture containing drawing&#10;&#10;Description automatically generated"/>
          <p:cNvPicPr preferRelativeResize="0"/>
          <p:nvPr/>
        </p:nvPicPr>
        <p:blipFill rotWithShape="1">
          <a:blip r:embed="rId2"/>
          <a:srcRect/>
          <a:stretch>
            <a:fillRect/>
          </a:stretch>
        </p:blipFill>
        <p:spPr>
          <a:xfrm>
            <a:off x="7962803" y="2751247"/>
            <a:ext cx="910535" cy="893284"/>
          </a:xfrm>
          <a:prstGeom prst="rect">
            <a:avLst/>
          </a:prstGeom>
          <a:noFill/>
          <a:ln>
            <a:noFill/>
          </a:ln>
        </p:spPr>
      </p:pic>
      <p:sp>
        <p:nvSpPr>
          <p:cNvPr id="243" name="Google Shape;243;p31"/>
          <p:cNvSpPr txBox="1"/>
          <p:nvPr/>
        </p:nvSpPr>
        <p:spPr>
          <a:xfrm>
            <a:off x="321150" y="1845650"/>
            <a:ext cx="7340700" cy="812700"/>
          </a:xfrm>
          <a:prstGeom prst="rect">
            <a:avLst/>
          </a:prstGeom>
          <a:noFill/>
          <a:ln>
            <a:noFill/>
          </a:ln>
        </p:spPr>
        <p:txBody>
          <a:bodyPr spcFirstLastPara="1" wrap="square" lIns="91425" tIns="91425" rIns="91425" bIns="91425" anchor="t" anchorCtr="0">
            <a:noAutofit/>
          </a:bodyPr>
          <a:lstStyle/>
          <a:p>
            <a:pPr marL="457200" lvl="0" indent="-368300" algn="l" rtl="0">
              <a:lnSpc>
                <a:spcPct val="150000"/>
              </a:lnSpc>
              <a:spcBef>
                <a:spcPts val="0"/>
              </a:spcBef>
              <a:spcAft>
                <a:spcPts val="0"/>
              </a:spcAft>
              <a:buSzPts val="2200"/>
              <a:buChar char="●"/>
            </a:pPr>
            <a:r>
              <a:rPr lang="en-US" sz="2200">
                <a:solidFill>
                  <a:schemeClr val="dk1"/>
                </a:solidFill>
              </a:rPr>
              <a:t>Variables are declared using the keyword </a:t>
            </a:r>
            <a:r>
              <a:rPr lang="en-US" sz="2200" b="1">
                <a:solidFill>
                  <a:schemeClr val="dk1"/>
                </a:solidFill>
              </a:rPr>
              <a:t>var</a:t>
            </a:r>
            <a:endParaRPr sz="2200"/>
          </a:p>
          <a:p>
            <a:pPr marL="457200" lvl="0" indent="-368300" algn="l" rtl="0">
              <a:lnSpc>
                <a:spcPct val="150000"/>
              </a:lnSpc>
              <a:spcBef>
                <a:spcPts val="1000"/>
              </a:spcBef>
              <a:spcAft>
                <a:spcPts val="0"/>
              </a:spcAft>
              <a:buSzPts val="2200"/>
              <a:buChar char="●"/>
            </a:pPr>
            <a:r>
              <a:rPr lang="en-US" sz="2200"/>
              <a:t>A </a:t>
            </a:r>
            <a:r>
              <a:rPr lang="en-US" sz="2200" b="1"/>
              <a:t>name</a:t>
            </a:r>
            <a:r>
              <a:rPr lang="en-US" sz="2200"/>
              <a:t> and a </a:t>
            </a:r>
            <a:r>
              <a:rPr lang="en-US" sz="2200" b="1"/>
              <a:t>type</a:t>
            </a:r>
            <a:r>
              <a:rPr lang="en-US" sz="2200"/>
              <a:t> must be specified</a:t>
            </a:r>
            <a:endParaRPr sz="2200"/>
          </a:p>
          <a:p>
            <a:pPr marL="914400" lvl="0" indent="0" algn="l" rtl="0">
              <a:lnSpc>
                <a:spcPct val="100000"/>
              </a:lnSpc>
              <a:spcBef>
                <a:spcPts val="1000"/>
              </a:spcBef>
              <a:spcAft>
                <a:spcPts val="0"/>
              </a:spcAft>
              <a:buNone/>
            </a:pPr>
            <a:r>
              <a:rPr lang="en-US" sz="1800">
                <a:solidFill>
                  <a:srgbClr val="708090"/>
                </a:solidFill>
                <a:highlight>
                  <a:srgbClr val="FFFFFF"/>
                </a:highlight>
              </a:rPr>
              <a:t>// var name type</a:t>
            </a:r>
            <a:endParaRPr sz="1800">
              <a:solidFill>
                <a:schemeClr val="dk1"/>
              </a:solidFill>
              <a:highlight>
                <a:srgbClr val="FFFFFF"/>
              </a:highlight>
            </a:endParaRPr>
          </a:p>
          <a:p>
            <a:pPr marL="914400" lvl="0" indent="0" algn="l" rtl="0">
              <a:lnSpc>
                <a:spcPct val="100000"/>
              </a:lnSpc>
              <a:spcBef>
                <a:spcPts val="1000"/>
              </a:spcBef>
              <a:spcAft>
                <a:spcPts val="0"/>
              </a:spcAft>
              <a:buNone/>
            </a:pPr>
            <a:r>
              <a:rPr lang="en-US" sz="1800">
                <a:solidFill>
                  <a:srgbClr val="0077AA"/>
                </a:solidFill>
                <a:highlight>
                  <a:srgbClr val="FFFFFF"/>
                </a:highlight>
              </a:rPr>
              <a:t>var</a:t>
            </a:r>
            <a:r>
              <a:rPr lang="en-US" sz="1800">
                <a:solidFill>
                  <a:schemeClr val="dk1"/>
                </a:solidFill>
                <a:highlight>
                  <a:srgbClr val="FFFFFF"/>
                </a:highlight>
              </a:rPr>
              <a:t> s </a:t>
            </a:r>
            <a:r>
              <a:rPr lang="en-US" sz="1800">
                <a:solidFill>
                  <a:srgbClr val="669900"/>
                </a:solidFill>
                <a:highlight>
                  <a:srgbClr val="FFFFFF"/>
                </a:highlight>
              </a:rPr>
              <a:t>string</a:t>
            </a:r>
            <a:endParaRPr sz="1800">
              <a:solidFill>
                <a:schemeClr val="dk1"/>
              </a:solidFill>
              <a:highlight>
                <a:srgbClr val="FFFFFF"/>
              </a:highlight>
            </a:endParaRPr>
          </a:p>
          <a:p>
            <a:pPr marL="914400" lvl="0" indent="0" algn="l" rtl="0">
              <a:lnSpc>
                <a:spcPct val="100000"/>
              </a:lnSpc>
              <a:spcBef>
                <a:spcPts val="1000"/>
              </a:spcBef>
              <a:spcAft>
                <a:spcPts val="0"/>
              </a:spcAft>
              <a:buNone/>
            </a:pPr>
            <a:r>
              <a:rPr lang="en-US" sz="1800">
                <a:solidFill>
                  <a:srgbClr val="0077AA"/>
                </a:solidFill>
                <a:highlight>
                  <a:srgbClr val="FFFFFF"/>
                </a:highlight>
              </a:rPr>
              <a:t>var</a:t>
            </a:r>
            <a:r>
              <a:rPr lang="en-US" sz="1800">
                <a:solidFill>
                  <a:schemeClr val="dk1"/>
                </a:solidFill>
                <a:highlight>
                  <a:srgbClr val="FFFFFF"/>
                </a:highlight>
              </a:rPr>
              <a:t> i </a:t>
            </a:r>
            <a:r>
              <a:rPr lang="en-US" sz="1800">
                <a:solidFill>
                  <a:srgbClr val="669900"/>
                </a:solidFill>
                <a:highlight>
                  <a:srgbClr val="FFFFFF"/>
                </a:highlight>
              </a:rPr>
              <a:t>int</a:t>
            </a:r>
            <a:endParaRPr sz="2200"/>
          </a:p>
        </p:txBody>
      </p:sp>
      <p:pic>
        <p:nvPicPr>
          <p:cNvPr id="244" name="Google Shape;244;p31"/>
          <p:cNvPicPr preferRelativeResize="0"/>
          <p:nvPr/>
        </p:nvPicPr>
        <p:blipFill>
          <a:blip r:embed="rId3"/>
          <a:stretch>
            <a:fillRect/>
          </a:stretch>
        </p:blipFill>
        <p:spPr>
          <a:xfrm>
            <a:off x="992375" y="4773050"/>
            <a:ext cx="586850" cy="3704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248" name="Shape 248"/>
        <p:cNvGrpSpPr/>
        <p:nvPr/>
      </p:nvGrpSpPr>
      <p:grpSpPr>
        <a:xfrm>
          <a:off x="0" y="0"/>
          <a:ext cx="0" cy="0"/>
          <a:chOff x="0" y="0"/>
          <a:chExt cx="0" cy="0"/>
        </a:xfrm>
      </p:grpSpPr>
      <p:sp>
        <p:nvSpPr>
          <p:cNvPr id="249" name="Google Shape;249;p32"/>
          <p:cNvSpPr txBox="1"/>
          <p:nvPr/>
        </p:nvSpPr>
        <p:spPr>
          <a:xfrm>
            <a:off x="321150" y="1845650"/>
            <a:ext cx="7340700" cy="812700"/>
          </a:xfrm>
          <a:prstGeom prst="rect">
            <a:avLst/>
          </a:prstGeom>
          <a:noFill/>
          <a:ln>
            <a:noFill/>
          </a:ln>
        </p:spPr>
        <p:txBody>
          <a:bodyPr spcFirstLastPara="1" wrap="square" lIns="91425" tIns="91425" rIns="91425" bIns="91425" anchor="t" anchorCtr="0">
            <a:noAutofit/>
          </a:bodyPr>
          <a:lstStyle/>
          <a:p>
            <a:pPr marL="457200" lvl="0" indent="-317500" algn="l" rtl="0">
              <a:lnSpc>
                <a:spcPct val="100000"/>
              </a:lnSpc>
              <a:spcBef>
                <a:spcPts val="0"/>
              </a:spcBef>
              <a:spcAft>
                <a:spcPts val="0"/>
              </a:spcAft>
              <a:buSzPts val="1400"/>
              <a:buChar char="●"/>
            </a:pPr>
            <a:r>
              <a:rPr lang="en-US" sz="2200">
                <a:solidFill>
                  <a:schemeClr val="dk1"/>
                </a:solidFill>
              </a:rPr>
              <a:t>Multiple v</a:t>
            </a:r>
            <a:r>
              <a:rPr lang="en-US" sz="2200">
                <a:solidFill>
                  <a:schemeClr val="dk1"/>
                </a:solidFill>
              </a:rPr>
              <a:t>ariables can be declared using a single </a:t>
            </a:r>
            <a:r>
              <a:rPr lang="en-US" sz="2200" b="1">
                <a:solidFill>
                  <a:schemeClr val="dk1"/>
                </a:solidFill>
              </a:rPr>
              <a:t>var</a:t>
            </a:r>
            <a:br>
              <a:rPr lang="en-US" sz="2200" b="1">
                <a:solidFill>
                  <a:schemeClr val="dk1"/>
                </a:solidFill>
              </a:rPr>
            </a:br>
            <a:br>
              <a:rPr lang="en-US" sz="2200"/>
            </a:br>
            <a:r>
              <a:rPr lang="en-US" sz="2200"/>
              <a:t>	</a:t>
            </a:r>
            <a:r>
              <a:rPr lang="en-US" sz="1800">
                <a:solidFill>
                  <a:srgbClr val="0077AA"/>
                </a:solidFill>
                <a:highlight>
                  <a:srgbClr val="FFFFFF"/>
                </a:highlight>
              </a:rPr>
              <a:t>var</a:t>
            </a:r>
            <a:r>
              <a:rPr lang="en-US" sz="1800">
                <a:solidFill>
                  <a:schemeClr val="dk1"/>
                </a:solidFill>
                <a:highlight>
                  <a:srgbClr val="FFFFFF"/>
                </a:highlight>
              </a:rPr>
              <a:t> x</a:t>
            </a:r>
            <a:r>
              <a:rPr lang="en-US" sz="1800">
                <a:solidFill>
                  <a:srgbClr val="999999"/>
                </a:solidFill>
                <a:highlight>
                  <a:srgbClr val="FFFFFF"/>
                </a:highlight>
              </a:rPr>
              <a:t>,</a:t>
            </a:r>
            <a:r>
              <a:rPr lang="en-US" sz="1800">
                <a:solidFill>
                  <a:schemeClr val="dk1"/>
                </a:solidFill>
                <a:highlight>
                  <a:srgbClr val="FFFFFF"/>
                </a:highlight>
              </a:rPr>
              <a:t> y </a:t>
            </a:r>
            <a:r>
              <a:rPr lang="en-US" sz="1800">
                <a:solidFill>
                  <a:srgbClr val="669900"/>
                </a:solidFill>
                <a:highlight>
                  <a:srgbClr val="FFFFFF"/>
                </a:highlight>
              </a:rPr>
              <a:t>int</a:t>
            </a:r>
            <a:endParaRPr sz="1800">
              <a:solidFill>
                <a:schemeClr val="dk1"/>
              </a:solidFill>
              <a:highlight>
                <a:srgbClr val="FFFFFF"/>
              </a:highlight>
            </a:endParaRPr>
          </a:p>
          <a:p>
            <a:pPr marL="914400" lvl="0" indent="0" algn="l" rtl="0">
              <a:lnSpc>
                <a:spcPct val="100000"/>
              </a:lnSpc>
              <a:spcBef>
                <a:spcPts val="1000"/>
              </a:spcBef>
              <a:spcAft>
                <a:spcPts val="0"/>
              </a:spcAft>
              <a:buNone/>
            </a:pPr>
            <a:r>
              <a:rPr lang="en-US" sz="1800">
                <a:solidFill>
                  <a:srgbClr val="0077AA"/>
                </a:solidFill>
                <a:highlight>
                  <a:srgbClr val="FFFFFF"/>
                </a:highlight>
              </a:rPr>
              <a:t>var</a:t>
            </a:r>
            <a:r>
              <a:rPr lang="en-US" sz="1800">
                <a:solidFill>
                  <a:schemeClr val="dk1"/>
                </a:solidFill>
                <a:highlight>
                  <a:srgbClr val="FFFFFF"/>
                </a:highlight>
              </a:rPr>
              <a:t> </a:t>
            </a:r>
            <a:r>
              <a:rPr lang="en-US" sz="1800">
                <a:solidFill>
                  <a:srgbClr val="999999"/>
                </a:solidFill>
                <a:highlight>
                  <a:srgbClr val="FFFFFF"/>
                </a:highlight>
              </a:rPr>
              <a:t>(</a:t>
            </a:r>
            <a:endParaRPr sz="1800">
              <a:solidFill>
                <a:schemeClr val="dk1"/>
              </a:solidFill>
              <a:highlight>
                <a:srgbClr val="FFFFFF"/>
              </a:highlight>
            </a:endParaRPr>
          </a:p>
          <a:p>
            <a:pPr marL="914400" lvl="0" indent="0" algn="l" rtl="0">
              <a:lnSpc>
                <a:spcPct val="100000"/>
              </a:lnSpc>
              <a:spcBef>
                <a:spcPts val="1000"/>
              </a:spcBef>
              <a:spcAft>
                <a:spcPts val="0"/>
              </a:spcAft>
              <a:buNone/>
            </a:pPr>
            <a:r>
              <a:rPr lang="en-US" sz="1800">
                <a:solidFill>
                  <a:schemeClr val="dk1"/>
                </a:solidFill>
                <a:highlight>
                  <a:srgbClr val="FFFFFF"/>
                </a:highlight>
              </a:rPr>
              <a:t>  s </a:t>
            </a:r>
            <a:r>
              <a:rPr lang="en-US" sz="1800">
                <a:solidFill>
                  <a:srgbClr val="669900"/>
                </a:solidFill>
                <a:highlight>
                  <a:srgbClr val="FFFFFF"/>
                </a:highlight>
              </a:rPr>
              <a:t>string</a:t>
            </a:r>
            <a:endParaRPr sz="1800">
              <a:solidFill>
                <a:schemeClr val="dk1"/>
              </a:solidFill>
              <a:highlight>
                <a:srgbClr val="FFFFFF"/>
              </a:highlight>
            </a:endParaRPr>
          </a:p>
          <a:p>
            <a:pPr marL="914400" lvl="0" indent="0" algn="l" rtl="0">
              <a:lnSpc>
                <a:spcPct val="100000"/>
              </a:lnSpc>
              <a:spcBef>
                <a:spcPts val="1000"/>
              </a:spcBef>
              <a:spcAft>
                <a:spcPts val="0"/>
              </a:spcAft>
              <a:buNone/>
            </a:pPr>
            <a:r>
              <a:rPr lang="en-US" sz="1800">
                <a:solidFill>
                  <a:schemeClr val="dk1"/>
                </a:solidFill>
                <a:highlight>
                  <a:srgbClr val="FFFFFF"/>
                </a:highlight>
              </a:rPr>
              <a:t>  b </a:t>
            </a:r>
            <a:r>
              <a:rPr lang="en-US" sz="1800">
                <a:solidFill>
                  <a:srgbClr val="669900"/>
                </a:solidFill>
                <a:highlight>
                  <a:srgbClr val="FFFFFF"/>
                </a:highlight>
              </a:rPr>
              <a:t>bool</a:t>
            </a:r>
            <a:endParaRPr sz="1800">
              <a:solidFill>
                <a:schemeClr val="dk1"/>
              </a:solidFill>
              <a:highlight>
                <a:srgbClr val="FFFFFF"/>
              </a:highlight>
            </a:endParaRPr>
          </a:p>
          <a:p>
            <a:pPr marL="914400" lvl="0" indent="0" algn="l" rtl="0">
              <a:lnSpc>
                <a:spcPct val="100000"/>
              </a:lnSpc>
              <a:spcBef>
                <a:spcPts val="1000"/>
              </a:spcBef>
              <a:spcAft>
                <a:spcPts val="1000"/>
              </a:spcAft>
              <a:buNone/>
            </a:pPr>
            <a:r>
              <a:rPr lang="en-US" sz="1800">
                <a:solidFill>
                  <a:srgbClr val="999999"/>
                </a:solidFill>
                <a:highlight>
                  <a:srgbClr val="FFFFFF"/>
                </a:highlight>
              </a:rPr>
              <a:t>)</a:t>
            </a:r>
            <a:endParaRPr sz="2200"/>
          </a:p>
        </p:txBody>
      </p:sp>
      <p:sp>
        <p:nvSpPr>
          <p:cNvPr id="250" name="Google Shape;250;p32"/>
          <p:cNvSpPr txBox="1"/>
          <p:nvPr>
            <p:ph type="title"/>
          </p:nvPr>
        </p:nvSpPr>
        <p:spPr>
          <a:xfrm>
            <a:off x="321144" y="246401"/>
            <a:ext cx="7340700" cy="86670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Clr>
                <a:schemeClr val="lt1"/>
              </a:buClr>
              <a:buSzPts val="3300"/>
              <a:buFont typeface="Roboto" panose="02000000000000000000"/>
              <a:buNone/>
            </a:pPr>
            <a:r>
              <a:rPr lang="en-US"/>
              <a:t>Variables Declaration</a:t>
            </a:r>
            <a:endParaRPr lang="en-US"/>
          </a:p>
        </p:txBody>
      </p:sp>
      <p:pic>
        <p:nvPicPr>
          <p:cNvPr id="251" name="Google Shape;251;p32" descr="A picture containing drawing&#10;&#10;Description automatically generated"/>
          <p:cNvPicPr preferRelativeResize="0"/>
          <p:nvPr/>
        </p:nvPicPr>
        <p:blipFill rotWithShape="1">
          <a:blip r:embed="rId1"/>
          <a:srcRect/>
          <a:stretch>
            <a:fillRect/>
          </a:stretch>
        </p:blipFill>
        <p:spPr>
          <a:xfrm>
            <a:off x="8039153" y="1777905"/>
            <a:ext cx="757837" cy="687315"/>
          </a:xfrm>
          <a:prstGeom prst="rect">
            <a:avLst/>
          </a:prstGeom>
          <a:noFill/>
          <a:ln>
            <a:noFill/>
          </a:ln>
        </p:spPr>
      </p:pic>
      <p:pic>
        <p:nvPicPr>
          <p:cNvPr id="252" name="Google Shape;252;p32" descr="A picture containing drawing&#10;&#10;Description automatically generated"/>
          <p:cNvPicPr preferRelativeResize="0"/>
          <p:nvPr/>
        </p:nvPicPr>
        <p:blipFill rotWithShape="1">
          <a:blip r:embed="rId2"/>
          <a:srcRect/>
          <a:stretch>
            <a:fillRect/>
          </a:stretch>
        </p:blipFill>
        <p:spPr>
          <a:xfrm>
            <a:off x="7962803" y="2751247"/>
            <a:ext cx="910535" cy="893284"/>
          </a:xfrm>
          <a:prstGeom prst="rect">
            <a:avLst/>
          </a:prstGeom>
          <a:noFill/>
          <a:ln>
            <a:noFill/>
          </a:ln>
        </p:spPr>
      </p:pic>
      <p:pic>
        <p:nvPicPr>
          <p:cNvPr id="253" name="Google Shape;253;p32"/>
          <p:cNvPicPr preferRelativeResize="0"/>
          <p:nvPr/>
        </p:nvPicPr>
        <p:blipFill>
          <a:blip r:embed="rId3"/>
          <a:stretch>
            <a:fillRect/>
          </a:stretch>
        </p:blipFill>
        <p:spPr>
          <a:xfrm>
            <a:off x="992375" y="4773050"/>
            <a:ext cx="586850" cy="3704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257" name="Shape 257"/>
        <p:cNvGrpSpPr/>
        <p:nvPr/>
      </p:nvGrpSpPr>
      <p:grpSpPr>
        <a:xfrm>
          <a:off x="0" y="0"/>
          <a:ext cx="0" cy="0"/>
          <a:chOff x="0" y="0"/>
          <a:chExt cx="0" cy="0"/>
        </a:xfrm>
      </p:grpSpPr>
      <p:sp>
        <p:nvSpPr>
          <p:cNvPr id="258" name="Google Shape;258;p33"/>
          <p:cNvSpPr txBox="1"/>
          <p:nvPr/>
        </p:nvSpPr>
        <p:spPr>
          <a:xfrm>
            <a:off x="321150" y="1845650"/>
            <a:ext cx="7340700" cy="812700"/>
          </a:xfrm>
          <a:prstGeom prst="rect">
            <a:avLst/>
          </a:prstGeom>
          <a:noFill/>
          <a:ln>
            <a:noFill/>
          </a:ln>
        </p:spPr>
        <p:txBody>
          <a:bodyPr spcFirstLastPara="1" wrap="square" lIns="91425" tIns="91425" rIns="91425" bIns="91425" anchor="t" anchorCtr="0">
            <a:noAutofit/>
          </a:bodyPr>
          <a:lstStyle/>
          <a:p>
            <a:pPr marL="457200" lvl="0" indent="-317500" algn="l" rtl="0">
              <a:lnSpc>
                <a:spcPct val="100000"/>
              </a:lnSpc>
              <a:spcBef>
                <a:spcPts val="0"/>
              </a:spcBef>
              <a:spcAft>
                <a:spcPts val="0"/>
              </a:spcAft>
              <a:buSzPts val="1400"/>
              <a:buChar char="●"/>
            </a:pPr>
            <a:r>
              <a:rPr lang="en-US" sz="2200">
                <a:solidFill>
                  <a:schemeClr val="dk1"/>
                </a:solidFill>
              </a:rPr>
              <a:t>Assign a value to a variable while declaring it</a:t>
            </a:r>
            <a:br>
              <a:rPr lang="en-US" sz="2200" b="1">
                <a:solidFill>
                  <a:schemeClr val="dk1"/>
                </a:solidFill>
              </a:rPr>
            </a:br>
            <a:br>
              <a:rPr lang="en-US" sz="2200"/>
            </a:br>
            <a:r>
              <a:rPr lang="en-US" sz="2200"/>
              <a:t>	</a:t>
            </a:r>
            <a:r>
              <a:rPr lang="en-US" sz="1800">
                <a:solidFill>
                  <a:srgbClr val="708090"/>
                </a:solidFill>
                <a:highlight>
                  <a:srgbClr val="FFFFFF"/>
                </a:highlight>
              </a:rPr>
              <a:t>// var name type = expression</a:t>
            </a:r>
            <a:br>
              <a:rPr lang="en-US" sz="1800">
                <a:solidFill>
                  <a:schemeClr val="dk1"/>
                </a:solidFill>
                <a:highlight>
                  <a:srgbClr val="FFFFFF"/>
                </a:highlight>
              </a:rPr>
            </a:br>
            <a:r>
              <a:rPr lang="en-US" sz="1800">
                <a:solidFill>
                  <a:schemeClr val="dk1"/>
                </a:solidFill>
                <a:highlight>
                  <a:srgbClr val="FFFFFF"/>
                </a:highlight>
              </a:rPr>
              <a:t>	</a:t>
            </a:r>
            <a:r>
              <a:rPr lang="en-US" sz="1800">
                <a:solidFill>
                  <a:srgbClr val="0077AA"/>
                </a:solidFill>
                <a:highlight>
                  <a:srgbClr val="FFFFFF"/>
                </a:highlight>
              </a:rPr>
              <a:t>var</a:t>
            </a:r>
            <a:r>
              <a:rPr lang="en-US" sz="1800">
                <a:solidFill>
                  <a:schemeClr val="dk1"/>
                </a:solidFill>
                <a:highlight>
                  <a:srgbClr val="FFFFFF"/>
                </a:highlight>
              </a:rPr>
              <a:t> message </a:t>
            </a:r>
            <a:r>
              <a:rPr lang="en-US" sz="1800">
                <a:solidFill>
                  <a:srgbClr val="669900"/>
                </a:solidFill>
                <a:highlight>
                  <a:srgbClr val="FFFFFF"/>
                </a:highlight>
              </a:rPr>
              <a:t>string</a:t>
            </a:r>
            <a:r>
              <a:rPr lang="en-US" sz="1800">
                <a:solidFill>
                  <a:schemeClr val="dk1"/>
                </a:solidFill>
                <a:highlight>
                  <a:srgbClr val="FFFFFF"/>
                </a:highlight>
              </a:rPr>
              <a:t> </a:t>
            </a:r>
            <a:r>
              <a:rPr lang="en-US" sz="1800">
                <a:solidFill>
                  <a:srgbClr val="9A6E3A"/>
                </a:solidFill>
                <a:highlight>
                  <a:srgbClr val="FFFFFF"/>
                </a:highlight>
              </a:rPr>
              <a:t>=</a:t>
            </a:r>
            <a:r>
              <a:rPr lang="en-US" sz="1800">
                <a:solidFill>
                  <a:schemeClr val="dk1"/>
                </a:solidFill>
                <a:highlight>
                  <a:srgbClr val="FFFFFF"/>
                </a:highlight>
              </a:rPr>
              <a:t> </a:t>
            </a:r>
            <a:r>
              <a:rPr lang="en-US" sz="1800">
                <a:solidFill>
                  <a:srgbClr val="669900"/>
                </a:solidFill>
                <a:highlight>
                  <a:srgbClr val="FFFFFF"/>
                </a:highlight>
              </a:rPr>
              <a:t>"Hello World"</a:t>
            </a:r>
            <a:endParaRPr sz="1800">
              <a:solidFill>
                <a:srgbClr val="0077AA"/>
              </a:solidFill>
              <a:highlight>
                <a:srgbClr val="FFFFFF"/>
              </a:highlight>
            </a:endParaRPr>
          </a:p>
        </p:txBody>
      </p:sp>
      <p:sp>
        <p:nvSpPr>
          <p:cNvPr id="259" name="Google Shape;259;p33"/>
          <p:cNvSpPr txBox="1"/>
          <p:nvPr>
            <p:ph type="title"/>
          </p:nvPr>
        </p:nvSpPr>
        <p:spPr>
          <a:xfrm>
            <a:off x="321144" y="246401"/>
            <a:ext cx="7340700" cy="86670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Clr>
                <a:schemeClr val="lt1"/>
              </a:buClr>
              <a:buSzPts val="3300"/>
              <a:buFont typeface="Roboto" panose="02000000000000000000"/>
              <a:buNone/>
            </a:pPr>
            <a:r>
              <a:rPr lang="en-US"/>
              <a:t>Variables Assignment</a:t>
            </a:r>
            <a:endParaRPr lang="en-US"/>
          </a:p>
        </p:txBody>
      </p:sp>
      <p:pic>
        <p:nvPicPr>
          <p:cNvPr id="260" name="Google Shape;260;p33" descr="A picture containing drawing&#10;&#10;Description automatically generated"/>
          <p:cNvPicPr preferRelativeResize="0"/>
          <p:nvPr/>
        </p:nvPicPr>
        <p:blipFill rotWithShape="1">
          <a:blip r:embed="rId1"/>
          <a:srcRect/>
          <a:stretch>
            <a:fillRect/>
          </a:stretch>
        </p:blipFill>
        <p:spPr>
          <a:xfrm>
            <a:off x="8039153" y="1777905"/>
            <a:ext cx="757837" cy="687315"/>
          </a:xfrm>
          <a:prstGeom prst="rect">
            <a:avLst/>
          </a:prstGeom>
          <a:noFill/>
          <a:ln>
            <a:noFill/>
          </a:ln>
        </p:spPr>
      </p:pic>
      <p:pic>
        <p:nvPicPr>
          <p:cNvPr id="261" name="Google Shape;261;p33" descr="A picture containing drawing&#10;&#10;Description automatically generated"/>
          <p:cNvPicPr preferRelativeResize="0"/>
          <p:nvPr/>
        </p:nvPicPr>
        <p:blipFill rotWithShape="1">
          <a:blip r:embed="rId2"/>
          <a:srcRect/>
          <a:stretch>
            <a:fillRect/>
          </a:stretch>
        </p:blipFill>
        <p:spPr>
          <a:xfrm>
            <a:off x="7962803" y="2751247"/>
            <a:ext cx="910535" cy="893284"/>
          </a:xfrm>
          <a:prstGeom prst="rect">
            <a:avLst/>
          </a:prstGeom>
          <a:noFill/>
          <a:ln>
            <a:noFill/>
          </a:ln>
        </p:spPr>
      </p:pic>
      <p:pic>
        <p:nvPicPr>
          <p:cNvPr id="262" name="Google Shape;262;p33"/>
          <p:cNvPicPr preferRelativeResize="0"/>
          <p:nvPr/>
        </p:nvPicPr>
        <p:blipFill>
          <a:blip r:embed="rId3"/>
          <a:stretch>
            <a:fillRect/>
          </a:stretch>
        </p:blipFill>
        <p:spPr>
          <a:xfrm>
            <a:off x="992375" y="4773050"/>
            <a:ext cx="586850" cy="3704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266" name="Shape 266"/>
        <p:cNvGrpSpPr/>
        <p:nvPr/>
      </p:nvGrpSpPr>
      <p:grpSpPr>
        <a:xfrm>
          <a:off x="0" y="0"/>
          <a:ext cx="0" cy="0"/>
          <a:chOff x="0" y="0"/>
          <a:chExt cx="0" cy="0"/>
        </a:xfrm>
      </p:grpSpPr>
      <p:sp>
        <p:nvSpPr>
          <p:cNvPr id="267" name="Google Shape;267;p34"/>
          <p:cNvSpPr txBox="1"/>
          <p:nvPr>
            <p:ph type="title"/>
          </p:nvPr>
        </p:nvSpPr>
        <p:spPr>
          <a:xfrm>
            <a:off x="321144" y="246401"/>
            <a:ext cx="7340700" cy="86670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Clr>
                <a:schemeClr val="lt1"/>
              </a:buClr>
              <a:buSzPts val="3300"/>
              <a:buFont typeface="Roboto" panose="02000000000000000000"/>
              <a:buNone/>
            </a:pPr>
            <a:r>
              <a:rPr lang="en-US"/>
              <a:t>Variables </a:t>
            </a:r>
            <a:r>
              <a:rPr lang="en-US"/>
              <a:t>🧪</a:t>
            </a:r>
            <a:endParaRPr lang="en-US"/>
          </a:p>
        </p:txBody>
      </p:sp>
      <p:pic>
        <p:nvPicPr>
          <p:cNvPr id="268" name="Google Shape;268;p34" descr="A picture containing drawing&#10;&#10;Description automatically generated"/>
          <p:cNvPicPr preferRelativeResize="0"/>
          <p:nvPr/>
        </p:nvPicPr>
        <p:blipFill rotWithShape="1">
          <a:blip r:embed="rId1"/>
          <a:srcRect/>
          <a:stretch>
            <a:fillRect/>
          </a:stretch>
        </p:blipFill>
        <p:spPr>
          <a:xfrm>
            <a:off x="8039153" y="1777905"/>
            <a:ext cx="757837" cy="687315"/>
          </a:xfrm>
          <a:prstGeom prst="rect">
            <a:avLst/>
          </a:prstGeom>
          <a:noFill/>
          <a:ln>
            <a:noFill/>
          </a:ln>
        </p:spPr>
      </p:pic>
      <p:pic>
        <p:nvPicPr>
          <p:cNvPr id="269" name="Google Shape;269;p34" descr="A picture containing drawing&#10;&#10;Description automatically generated"/>
          <p:cNvPicPr preferRelativeResize="0"/>
          <p:nvPr/>
        </p:nvPicPr>
        <p:blipFill rotWithShape="1">
          <a:blip r:embed="rId2"/>
          <a:srcRect/>
          <a:stretch>
            <a:fillRect/>
          </a:stretch>
        </p:blipFill>
        <p:spPr>
          <a:xfrm>
            <a:off x="7962803" y="2751247"/>
            <a:ext cx="910535" cy="893284"/>
          </a:xfrm>
          <a:prstGeom prst="rect">
            <a:avLst/>
          </a:prstGeom>
          <a:noFill/>
          <a:ln>
            <a:noFill/>
          </a:ln>
        </p:spPr>
      </p:pic>
      <p:pic>
        <p:nvPicPr>
          <p:cNvPr id="270" name="Google Shape;270;p34"/>
          <p:cNvPicPr preferRelativeResize="0"/>
          <p:nvPr/>
        </p:nvPicPr>
        <p:blipFill>
          <a:blip r:embed="rId3"/>
          <a:stretch>
            <a:fillRect/>
          </a:stretch>
        </p:blipFill>
        <p:spPr>
          <a:xfrm>
            <a:off x="992375" y="4773050"/>
            <a:ext cx="586850" cy="370450"/>
          </a:xfrm>
          <a:prstGeom prst="rect">
            <a:avLst/>
          </a:prstGeom>
          <a:noFill/>
          <a:ln>
            <a:noFill/>
          </a:ln>
        </p:spPr>
      </p:pic>
      <p:sp>
        <p:nvSpPr>
          <p:cNvPr id="271" name="Google Shape;271;p34"/>
          <p:cNvSpPr txBox="1"/>
          <p:nvPr/>
        </p:nvSpPr>
        <p:spPr>
          <a:xfrm>
            <a:off x="321150" y="1845650"/>
            <a:ext cx="7340700" cy="81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a:highlight>
                  <a:srgbClr val="FFFFFF"/>
                </a:highlight>
              </a:rPr>
              <a:t>⏳ </a:t>
            </a:r>
            <a:r>
              <a:rPr lang="en-US" i="1">
                <a:highlight>
                  <a:srgbClr val="FFFFFF"/>
                </a:highlight>
              </a:rPr>
              <a:t>3 min.</a:t>
            </a:r>
            <a:endParaRPr>
              <a:highlight>
                <a:srgbClr val="FFFFFF"/>
              </a:highlight>
            </a:endParaRPr>
          </a:p>
          <a:p>
            <a:pPr marL="457200" lvl="0" indent="-342900" algn="l" rtl="0">
              <a:spcBef>
                <a:spcPts val="1000"/>
              </a:spcBef>
              <a:spcAft>
                <a:spcPts val="0"/>
              </a:spcAft>
              <a:buSzPts val="1800"/>
              <a:buChar char="●"/>
            </a:pPr>
            <a:r>
              <a:rPr lang="en-US" sz="1800">
                <a:highlight>
                  <a:srgbClr val="FFFFFF"/>
                </a:highlight>
              </a:rPr>
              <a:t>Declare two variables </a:t>
            </a:r>
            <a:r>
              <a:rPr lang="en-US" sz="1800" b="1">
                <a:highlight>
                  <a:srgbClr val="FFFFFF"/>
                </a:highlight>
              </a:rPr>
              <a:t>hello</a:t>
            </a:r>
            <a:r>
              <a:rPr lang="en-US" sz="1800">
                <a:highlight>
                  <a:srgbClr val="FFFFFF"/>
                </a:highlight>
              </a:rPr>
              <a:t> and </a:t>
            </a:r>
            <a:r>
              <a:rPr lang="en-US" sz="1800" b="1">
                <a:highlight>
                  <a:srgbClr val="FFFFFF"/>
                </a:highlight>
              </a:rPr>
              <a:t>world</a:t>
            </a:r>
            <a:r>
              <a:rPr lang="en-US" sz="1800">
                <a:highlight>
                  <a:srgbClr val="FFFFFF"/>
                </a:highlight>
              </a:rPr>
              <a:t> of type string</a:t>
            </a:r>
            <a:endParaRPr sz="1800">
              <a:highlight>
                <a:srgbClr val="FFFFFF"/>
              </a:highlight>
            </a:endParaRPr>
          </a:p>
          <a:p>
            <a:pPr marL="457200" lvl="0" indent="-342900" algn="l" rtl="0">
              <a:spcBef>
                <a:spcPts val="0"/>
              </a:spcBef>
              <a:spcAft>
                <a:spcPts val="0"/>
              </a:spcAft>
              <a:buSzPts val="1800"/>
              <a:buChar char="●"/>
            </a:pPr>
            <a:r>
              <a:rPr lang="en-US" sz="1800">
                <a:highlight>
                  <a:srgbClr val="FFFFFF"/>
                </a:highlight>
              </a:rPr>
              <a:t>Assign them respectively with the following values: </a:t>
            </a:r>
            <a:r>
              <a:rPr lang="en-US" sz="1800" b="1">
                <a:highlight>
                  <a:srgbClr val="FFFFFF"/>
                </a:highlight>
              </a:rPr>
              <a:t>“Hello”</a:t>
            </a:r>
            <a:r>
              <a:rPr lang="en-US" sz="1800">
                <a:highlight>
                  <a:srgbClr val="FFFFFF"/>
                </a:highlight>
              </a:rPr>
              <a:t> and </a:t>
            </a:r>
            <a:r>
              <a:rPr lang="en-US" sz="1800" b="1">
                <a:highlight>
                  <a:srgbClr val="FFFFFF"/>
                </a:highlight>
              </a:rPr>
              <a:t>“World”</a:t>
            </a:r>
            <a:endParaRPr sz="1800">
              <a:highlight>
                <a:srgbClr val="FFFFFF"/>
              </a:highlight>
            </a:endParaRPr>
          </a:p>
          <a:p>
            <a:pPr marL="457200" lvl="0" indent="-342900" algn="l" rtl="0">
              <a:spcBef>
                <a:spcPts val="0"/>
              </a:spcBef>
              <a:spcAft>
                <a:spcPts val="0"/>
              </a:spcAft>
              <a:buSzPts val="1800"/>
              <a:buChar char="●"/>
            </a:pPr>
            <a:r>
              <a:rPr lang="en-US" sz="1800">
                <a:highlight>
                  <a:srgbClr val="FFFFFF"/>
                </a:highlight>
              </a:rPr>
              <a:t>Print their values using </a:t>
            </a:r>
            <a:r>
              <a:rPr lang="en-US" sz="1800" b="1" u="sng">
                <a:solidFill>
                  <a:schemeClr val="hlink"/>
                </a:solidFill>
                <a:highlight>
                  <a:srgbClr val="FFFFFF"/>
                </a:highlight>
                <a:hlinkClick r:id="rId4"/>
              </a:rPr>
              <a:t>fmt.Printf</a:t>
            </a:r>
            <a:endParaRPr sz="1800" i="1">
              <a:highlight>
                <a:srgbClr val="FFFFFF"/>
              </a:highlight>
            </a:endParaRPr>
          </a:p>
          <a:p>
            <a:pPr marL="101600" lvl="0" indent="0" algn="l" rtl="0">
              <a:lnSpc>
                <a:spcPct val="100000"/>
              </a:lnSpc>
              <a:spcBef>
                <a:spcPts val="1000"/>
              </a:spcBef>
              <a:spcAft>
                <a:spcPts val="0"/>
              </a:spcAft>
              <a:buNone/>
            </a:pPr>
            <a:endParaRPr sz="1800">
              <a:solidFill>
                <a:schemeClr val="dk1"/>
              </a:solidFill>
              <a:highlight>
                <a:srgbClr val="FFFFFF"/>
              </a:highlight>
            </a:endParaRPr>
          </a:p>
          <a:p>
            <a:pPr marL="101600" lvl="0" indent="0" algn="l" rtl="0">
              <a:lnSpc>
                <a:spcPct val="100000"/>
              </a:lnSpc>
              <a:spcBef>
                <a:spcPts val="0"/>
              </a:spcBef>
              <a:spcAft>
                <a:spcPts val="0"/>
              </a:spcAft>
              <a:buNone/>
            </a:pPr>
            <a:r>
              <a:rPr lang="en-US" sz="1800">
                <a:solidFill>
                  <a:schemeClr val="dk1"/>
                </a:solidFill>
                <a:highlight>
                  <a:srgbClr val="FFFFFF"/>
                </a:highlight>
              </a:rPr>
              <a:t>💻 </a:t>
            </a:r>
            <a:r>
              <a:rPr lang="en-US" sz="1800" u="sng">
                <a:solidFill>
                  <a:schemeClr val="hlink"/>
                </a:solidFill>
                <a:highlight>
                  <a:srgbClr val="FFFFFF"/>
                </a:highlight>
                <a:hlinkClick r:id="rId5"/>
              </a:rPr>
              <a:t>https://play.golang.org/p/0Jrr7VTchT0</a:t>
            </a:r>
            <a:br>
              <a:rPr lang="en-US" sz="1800">
                <a:solidFill>
                  <a:schemeClr val="dk1"/>
                </a:solidFill>
                <a:highlight>
                  <a:srgbClr val="FFFFFF"/>
                </a:highlight>
              </a:rPr>
            </a:br>
            <a:br>
              <a:rPr lang="en-US" sz="1800">
                <a:solidFill>
                  <a:schemeClr val="dk1"/>
                </a:solidFill>
                <a:highlight>
                  <a:srgbClr val="FFFFFF"/>
                </a:highlight>
              </a:rPr>
            </a:br>
            <a:r>
              <a:rPr lang="en-US" sz="1800">
                <a:solidFill>
                  <a:schemeClr val="dk1"/>
                </a:solidFill>
                <a:highlight>
                  <a:srgbClr val="FFFFFF"/>
                </a:highlight>
              </a:rPr>
              <a:t>✅ </a:t>
            </a:r>
            <a:r>
              <a:rPr lang="en-US" sz="1800" u="sng">
                <a:solidFill>
                  <a:schemeClr val="hlink"/>
                </a:solidFill>
                <a:highlight>
                  <a:srgbClr val="FFFFFF"/>
                </a:highlight>
                <a:hlinkClick r:id="rId6"/>
              </a:rPr>
              <a:t>https://play.golang.org/p/Ihzn3bv8on-</a:t>
            </a:r>
            <a:endParaRPr sz="1800">
              <a:solidFill>
                <a:schemeClr val="dk1"/>
              </a:solidFill>
              <a:highlight>
                <a:srgbClr val="FFFFFF"/>
              </a:highlight>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275" name="Shape 275"/>
        <p:cNvGrpSpPr/>
        <p:nvPr/>
      </p:nvGrpSpPr>
      <p:grpSpPr>
        <a:xfrm>
          <a:off x="0" y="0"/>
          <a:ext cx="0" cy="0"/>
          <a:chOff x="0" y="0"/>
          <a:chExt cx="0" cy="0"/>
        </a:xfrm>
      </p:grpSpPr>
      <p:sp>
        <p:nvSpPr>
          <p:cNvPr id="276" name="Google Shape;276;p35"/>
          <p:cNvSpPr txBox="1"/>
          <p:nvPr/>
        </p:nvSpPr>
        <p:spPr>
          <a:xfrm>
            <a:off x="321150" y="1845650"/>
            <a:ext cx="7340700" cy="812700"/>
          </a:xfrm>
          <a:prstGeom prst="rect">
            <a:avLst/>
          </a:prstGeom>
          <a:noFill/>
          <a:ln>
            <a:noFill/>
          </a:ln>
        </p:spPr>
        <p:txBody>
          <a:bodyPr spcFirstLastPara="1" wrap="square" lIns="91425" tIns="91425" rIns="91425" bIns="91425" anchor="t" anchorCtr="0">
            <a:noAutofit/>
          </a:bodyPr>
          <a:lstStyle/>
          <a:p>
            <a:pPr marL="457200" lvl="0" indent="-317500" algn="l" rtl="0">
              <a:lnSpc>
                <a:spcPct val="100000"/>
              </a:lnSpc>
              <a:spcBef>
                <a:spcPts val="0"/>
              </a:spcBef>
              <a:spcAft>
                <a:spcPts val="0"/>
              </a:spcAft>
              <a:buSzPts val="1400"/>
              <a:buChar char="●"/>
            </a:pPr>
            <a:r>
              <a:rPr lang="en-US" sz="2200">
                <a:solidFill>
                  <a:schemeClr val="dk1"/>
                </a:solidFill>
              </a:rPr>
              <a:t>Assign a value to a declared variable</a:t>
            </a:r>
            <a:br>
              <a:rPr lang="en-US" sz="2200" b="1">
                <a:solidFill>
                  <a:schemeClr val="dk1"/>
                </a:solidFill>
              </a:rPr>
            </a:br>
            <a:br>
              <a:rPr lang="en-US" sz="2200"/>
            </a:br>
            <a:r>
              <a:rPr lang="en-US" sz="2200"/>
              <a:t>	</a:t>
            </a:r>
            <a:r>
              <a:rPr lang="en-US" sz="1800">
                <a:solidFill>
                  <a:srgbClr val="0077AA"/>
                </a:solidFill>
                <a:highlight>
                  <a:srgbClr val="FFFFFF"/>
                </a:highlight>
              </a:rPr>
              <a:t>var</a:t>
            </a:r>
            <a:r>
              <a:rPr lang="en-US" sz="1800">
                <a:solidFill>
                  <a:schemeClr val="dk1"/>
                </a:solidFill>
                <a:highlight>
                  <a:srgbClr val="FFFFFF"/>
                </a:highlight>
              </a:rPr>
              <a:t> greeting</a:t>
            </a:r>
            <a:r>
              <a:rPr lang="en-US" sz="1800">
                <a:solidFill>
                  <a:srgbClr val="999999"/>
                </a:solidFill>
                <a:highlight>
                  <a:srgbClr val="FFFFFF"/>
                </a:highlight>
              </a:rPr>
              <a:t>,</a:t>
            </a:r>
            <a:r>
              <a:rPr lang="en-US" sz="1800">
                <a:solidFill>
                  <a:schemeClr val="dk1"/>
                </a:solidFill>
                <a:highlight>
                  <a:srgbClr val="FFFFFF"/>
                </a:highlight>
              </a:rPr>
              <a:t> who </a:t>
            </a:r>
            <a:r>
              <a:rPr lang="en-US" sz="1800">
                <a:solidFill>
                  <a:srgbClr val="669900"/>
                </a:solidFill>
                <a:highlight>
                  <a:srgbClr val="FFFFFF"/>
                </a:highlight>
              </a:rPr>
              <a:t>string</a:t>
            </a:r>
            <a:br>
              <a:rPr lang="en-US" sz="1800">
                <a:solidFill>
                  <a:schemeClr val="dk1"/>
                </a:solidFill>
                <a:highlight>
                  <a:srgbClr val="FFFFFF"/>
                </a:highlight>
              </a:rPr>
            </a:br>
            <a:r>
              <a:rPr lang="en-US" sz="1800">
                <a:solidFill>
                  <a:schemeClr val="dk1"/>
                </a:solidFill>
                <a:highlight>
                  <a:srgbClr val="FFFFFF"/>
                </a:highlight>
              </a:rPr>
              <a:t>	</a:t>
            </a:r>
            <a:br>
              <a:rPr lang="en-US" sz="1800">
                <a:solidFill>
                  <a:schemeClr val="dk1"/>
                </a:solidFill>
                <a:highlight>
                  <a:srgbClr val="FFFFFF"/>
                </a:highlight>
              </a:rPr>
            </a:br>
            <a:r>
              <a:rPr lang="en-US" sz="1800">
                <a:solidFill>
                  <a:schemeClr val="dk1"/>
                </a:solidFill>
                <a:highlight>
                  <a:srgbClr val="FFFFFF"/>
                </a:highlight>
              </a:rPr>
              <a:t>	greeting</a:t>
            </a:r>
            <a:r>
              <a:rPr lang="en-US" sz="1800">
                <a:solidFill>
                  <a:srgbClr val="999999"/>
                </a:solidFill>
                <a:highlight>
                  <a:srgbClr val="FFFFFF"/>
                </a:highlight>
              </a:rPr>
              <a:t>,</a:t>
            </a:r>
            <a:r>
              <a:rPr lang="en-US" sz="1800">
                <a:solidFill>
                  <a:schemeClr val="dk1"/>
                </a:solidFill>
                <a:highlight>
                  <a:srgbClr val="FFFFFF"/>
                </a:highlight>
              </a:rPr>
              <a:t> who </a:t>
            </a:r>
            <a:r>
              <a:rPr lang="en-US" sz="1800">
                <a:solidFill>
                  <a:srgbClr val="9A6E3A"/>
                </a:solidFill>
                <a:highlight>
                  <a:srgbClr val="FFFFFF"/>
                </a:highlight>
              </a:rPr>
              <a:t>=</a:t>
            </a:r>
            <a:r>
              <a:rPr lang="en-US" sz="1800">
                <a:solidFill>
                  <a:schemeClr val="dk1"/>
                </a:solidFill>
                <a:highlight>
                  <a:srgbClr val="FFFFFF"/>
                </a:highlight>
              </a:rPr>
              <a:t> </a:t>
            </a:r>
            <a:r>
              <a:rPr lang="en-US" sz="1800">
                <a:solidFill>
                  <a:srgbClr val="669900"/>
                </a:solidFill>
                <a:highlight>
                  <a:srgbClr val="FFFFFF"/>
                </a:highlight>
              </a:rPr>
              <a:t>"Hello"</a:t>
            </a:r>
            <a:r>
              <a:rPr lang="en-US" sz="1800">
                <a:solidFill>
                  <a:srgbClr val="999999"/>
                </a:solidFill>
                <a:highlight>
                  <a:srgbClr val="FFFFFF"/>
                </a:highlight>
              </a:rPr>
              <a:t>,</a:t>
            </a:r>
            <a:r>
              <a:rPr lang="en-US" sz="1800">
                <a:solidFill>
                  <a:schemeClr val="dk1"/>
                </a:solidFill>
                <a:highlight>
                  <a:srgbClr val="FFFFFF"/>
                </a:highlight>
              </a:rPr>
              <a:t> </a:t>
            </a:r>
            <a:r>
              <a:rPr lang="en-US" sz="1800">
                <a:solidFill>
                  <a:srgbClr val="669900"/>
                </a:solidFill>
                <a:highlight>
                  <a:srgbClr val="FFFFFF"/>
                </a:highlight>
              </a:rPr>
              <a:t>"World"</a:t>
            </a:r>
            <a:endParaRPr sz="1800">
              <a:solidFill>
                <a:srgbClr val="708090"/>
              </a:solidFill>
              <a:highlight>
                <a:srgbClr val="FFFFFF"/>
              </a:highlight>
            </a:endParaRPr>
          </a:p>
        </p:txBody>
      </p:sp>
      <p:sp>
        <p:nvSpPr>
          <p:cNvPr id="277" name="Google Shape;277;p35"/>
          <p:cNvSpPr txBox="1"/>
          <p:nvPr>
            <p:ph type="title"/>
          </p:nvPr>
        </p:nvSpPr>
        <p:spPr>
          <a:xfrm>
            <a:off x="321144" y="246401"/>
            <a:ext cx="7340700" cy="86670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Clr>
                <a:schemeClr val="lt1"/>
              </a:buClr>
              <a:buSzPts val="3300"/>
              <a:buFont typeface="Roboto" panose="02000000000000000000"/>
              <a:buNone/>
            </a:pPr>
            <a:r>
              <a:rPr lang="en-US"/>
              <a:t>Variables Assignment</a:t>
            </a:r>
            <a:endParaRPr lang="en-US"/>
          </a:p>
        </p:txBody>
      </p:sp>
      <p:pic>
        <p:nvPicPr>
          <p:cNvPr id="278" name="Google Shape;278;p35" descr="A picture containing drawing&#10;&#10;Description automatically generated"/>
          <p:cNvPicPr preferRelativeResize="0"/>
          <p:nvPr/>
        </p:nvPicPr>
        <p:blipFill rotWithShape="1">
          <a:blip r:embed="rId1"/>
          <a:srcRect/>
          <a:stretch>
            <a:fillRect/>
          </a:stretch>
        </p:blipFill>
        <p:spPr>
          <a:xfrm>
            <a:off x="8039153" y="1777905"/>
            <a:ext cx="757837" cy="687315"/>
          </a:xfrm>
          <a:prstGeom prst="rect">
            <a:avLst/>
          </a:prstGeom>
          <a:noFill/>
          <a:ln>
            <a:noFill/>
          </a:ln>
        </p:spPr>
      </p:pic>
      <p:pic>
        <p:nvPicPr>
          <p:cNvPr id="279" name="Google Shape;279;p35" descr="A picture containing drawing&#10;&#10;Description automatically generated"/>
          <p:cNvPicPr preferRelativeResize="0"/>
          <p:nvPr/>
        </p:nvPicPr>
        <p:blipFill rotWithShape="1">
          <a:blip r:embed="rId2"/>
          <a:srcRect/>
          <a:stretch>
            <a:fillRect/>
          </a:stretch>
        </p:blipFill>
        <p:spPr>
          <a:xfrm>
            <a:off x="7962803" y="2751247"/>
            <a:ext cx="910535" cy="893284"/>
          </a:xfrm>
          <a:prstGeom prst="rect">
            <a:avLst/>
          </a:prstGeom>
          <a:noFill/>
          <a:ln>
            <a:noFill/>
          </a:ln>
        </p:spPr>
      </p:pic>
      <p:pic>
        <p:nvPicPr>
          <p:cNvPr id="280" name="Google Shape;280;p35"/>
          <p:cNvPicPr preferRelativeResize="0"/>
          <p:nvPr/>
        </p:nvPicPr>
        <p:blipFill>
          <a:blip r:embed="rId3"/>
          <a:stretch>
            <a:fillRect/>
          </a:stretch>
        </p:blipFill>
        <p:spPr>
          <a:xfrm>
            <a:off x="992375" y="4773050"/>
            <a:ext cx="586850" cy="3704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284" name="Shape 284"/>
        <p:cNvGrpSpPr/>
        <p:nvPr/>
      </p:nvGrpSpPr>
      <p:grpSpPr>
        <a:xfrm>
          <a:off x="0" y="0"/>
          <a:ext cx="0" cy="0"/>
          <a:chOff x="0" y="0"/>
          <a:chExt cx="0" cy="0"/>
        </a:xfrm>
      </p:grpSpPr>
      <p:sp>
        <p:nvSpPr>
          <p:cNvPr id="285" name="Google Shape;285;p36"/>
          <p:cNvSpPr txBox="1"/>
          <p:nvPr/>
        </p:nvSpPr>
        <p:spPr>
          <a:xfrm>
            <a:off x="321150" y="1845650"/>
            <a:ext cx="7340700" cy="812700"/>
          </a:xfrm>
          <a:prstGeom prst="rect">
            <a:avLst/>
          </a:prstGeom>
          <a:noFill/>
          <a:ln>
            <a:noFill/>
          </a:ln>
        </p:spPr>
        <p:txBody>
          <a:bodyPr spcFirstLastPara="1" wrap="square" lIns="91425" tIns="91425" rIns="91425" bIns="91425" anchor="t" anchorCtr="0">
            <a:noAutofit/>
          </a:bodyPr>
          <a:lstStyle/>
          <a:p>
            <a:pPr marL="457200" lvl="0" indent="-317500" algn="l" rtl="0">
              <a:lnSpc>
                <a:spcPct val="100000"/>
              </a:lnSpc>
              <a:spcBef>
                <a:spcPts val="0"/>
              </a:spcBef>
              <a:spcAft>
                <a:spcPts val="0"/>
              </a:spcAft>
              <a:buSzPts val="1400"/>
              <a:buChar char="●"/>
            </a:pPr>
            <a:r>
              <a:rPr lang="en-US" sz="2200">
                <a:solidFill>
                  <a:schemeClr val="dk1"/>
                </a:solidFill>
              </a:rPr>
              <a:t>Automatic detection of the data type of a variable</a:t>
            </a:r>
            <a:br>
              <a:rPr lang="en-US" sz="2200" b="1">
                <a:solidFill>
                  <a:schemeClr val="dk1"/>
                </a:solidFill>
              </a:rPr>
            </a:br>
            <a:br>
              <a:rPr lang="en-US" sz="2200"/>
            </a:br>
            <a:r>
              <a:rPr lang="en-US" sz="2200"/>
              <a:t>	</a:t>
            </a:r>
            <a:r>
              <a:rPr lang="en-US" sz="1800">
                <a:solidFill>
                  <a:srgbClr val="0077AA"/>
                </a:solidFill>
                <a:highlight>
                  <a:srgbClr val="FFFFFF"/>
                </a:highlight>
              </a:rPr>
              <a:t>var</a:t>
            </a:r>
            <a:r>
              <a:rPr lang="en-US" sz="1800">
                <a:solidFill>
                  <a:schemeClr val="dk1"/>
                </a:solidFill>
                <a:highlight>
                  <a:srgbClr val="FFFFFF"/>
                </a:highlight>
              </a:rPr>
              <a:t> message </a:t>
            </a:r>
            <a:r>
              <a:rPr lang="en-US" sz="1800">
                <a:solidFill>
                  <a:srgbClr val="9A6E3A"/>
                </a:solidFill>
                <a:highlight>
                  <a:srgbClr val="FFFFFF"/>
                </a:highlight>
              </a:rPr>
              <a:t>=</a:t>
            </a:r>
            <a:r>
              <a:rPr lang="en-US" sz="1800">
                <a:solidFill>
                  <a:schemeClr val="dk1"/>
                </a:solidFill>
                <a:highlight>
                  <a:srgbClr val="FFFFFF"/>
                </a:highlight>
              </a:rPr>
              <a:t> </a:t>
            </a:r>
            <a:r>
              <a:rPr lang="en-US" sz="1800">
                <a:solidFill>
                  <a:srgbClr val="669900"/>
                </a:solidFill>
                <a:highlight>
                  <a:srgbClr val="FFFFFF"/>
                </a:highlight>
              </a:rPr>
              <a:t>"Hello World"</a:t>
            </a:r>
            <a:r>
              <a:rPr lang="en-US" sz="1800">
                <a:solidFill>
                  <a:schemeClr val="dk1"/>
                </a:solidFill>
                <a:highlight>
                  <a:srgbClr val="FFFFFF"/>
                </a:highlight>
              </a:rPr>
              <a:t> </a:t>
            </a:r>
            <a:r>
              <a:rPr lang="en-US" sz="1800">
                <a:solidFill>
                  <a:srgbClr val="708090"/>
                </a:solidFill>
                <a:highlight>
                  <a:srgbClr val="FFFFFF"/>
                </a:highlight>
              </a:rPr>
              <a:t>// message is a string</a:t>
            </a:r>
            <a:br>
              <a:rPr lang="en-US" sz="1800">
                <a:solidFill>
                  <a:srgbClr val="708090"/>
                </a:solidFill>
                <a:highlight>
                  <a:srgbClr val="FFFFFF"/>
                </a:highlight>
              </a:rPr>
            </a:br>
            <a:endParaRPr sz="1800">
              <a:solidFill>
                <a:schemeClr val="dk1"/>
              </a:solidFill>
              <a:highlight>
                <a:srgbClr val="FFFFFF"/>
              </a:highlight>
            </a:endParaRPr>
          </a:p>
          <a:p>
            <a:pPr marL="457200" lvl="0" indent="457200" algn="l" rtl="0">
              <a:lnSpc>
                <a:spcPct val="100000"/>
              </a:lnSpc>
              <a:spcBef>
                <a:spcPts val="1000"/>
              </a:spcBef>
              <a:spcAft>
                <a:spcPts val="0"/>
              </a:spcAft>
              <a:buNone/>
            </a:pPr>
            <a:r>
              <a:rPr lang="en-US" sz="1800">
                <a:solidFill>
                  <a:srgbClr val="0077AA"/>
                </a:solidFill>
                <a:highlight>
                  <a:srgbClr val="FFFFFF"/>
                </a:highlight>
              </a:rPr>
              <a:t>var</a:t>
            </a:r>
            <a:r>
              <a:rPr lang="en-US" sz="1800">
                <a:solidFill>
                  <a:schemeClr val="dk1"/>
                </a:solidFill>
                <a:highlight>
                  <a:srgbClr val="FFFFFF"/>
                </a:highlight>
              </a:rPr>
              <a:t> i </a:t>
            </a:r>
            <a:r>
              <a:rPr lang="en-US" sz="1800">
                <a:solidFill>
                  <a:srgbClr val="9A6E3A"/>
                </a:solidFill>
                <a:highlight>
                  <a:srgbClr val="FFFFFF"/>
                </a:highlight>
              </a:rPr>
              <a:t>=</a:t>
            </a:r>
            <a:r>
              <a:rPr lang="en-US" sz="1800">
                <a:solidFill>
                  <a:schemeClr val="dk1"/>
                </a:solidFill>
                <a:highlight>
                  <a:srgbClr val="FFFFFF"/>
                </a:highlight>
              </a:rPr>
              <a:t> </a:t>
            </a:r>
            <a:r>
              <a:rPr lang="en-US" sz="1800">
                <a:solidFill>
                  <a:srgbClr val="990055"/>
                </a:solidFill>
                <a:highlight>
                  <a:srgbClr val="FFFFFF"/>
                </a:highlight>
              </a:rPr>
              <a:t>42</a:t>
            </a:r>
            <a:r>
              <a:rPr lang="en-US" sz="1800">
                <a:solidFill>
                  <a:schemeClr val="dk1"/>
                </a:solidFill>
                <a:highlight>
                  <a:srgbClr val="FFFFFF"/>
                </a:highlight>
              </a:rPr>
              <a:t> </a:t>
            </a:r>
            <a:r>
              <a:rPr lang="en-US" sz="1800">
                <a:solidFill>
                  <a:srgbClr val="708090"/>
                </a:solidFill>
                <a:highlight>
                  <a:srgbClr val="FFFFFF"/>
                </a:highlight>
              </a:rPr>
              <a:t>// i is an int</a:t>
            </a:r>
            <a:endParaRPr sz="1800">
              <a:solidFill>
                <a:srgbClr val="708090"/>
              </a:solidFill>
              <a:highlight>
                <a:srgbClr val="FFFFFF"/>
              </a:highlight>
            </a:endParaRPr>
          </a:p>
          <a:p>
            <a:pPr marL="457200" lvl="0" indent="457200" algn="l" rtl="0">
              <a:lnSpc>
                <a:spcPct val="100000"/>
              </a:lnSpc>
              <a:spcBef>
                <a:spcPts val="1000"/>
              </a:spcBef>
              <a:spcAft>
                <a:spcPts val="0"/>
              </a:spcAft>
              <a:buNone/>
            </a:pPr>
            <a:endParaRPr sz="1800">
              <a:solidFill>
                <a:srgbClr val="708090"/>
              </a:solidFill>
              <a:highlight>
                <a:srgbClr val="FFFFFF"/>
              </a:highlight>
            </a:endParaRPr>
          </a:p>
          <a:p>
            <a:pPr marL="0" lvl="0" indent="0" algn="l" rtl="0">
              <a:lnSpc>
                <a:spcPct val="100000"/>
              </a:lnSpc>
              <a:spcBef>
                <a:spcPts val="1000"/>
              </a:spcBef>
              <a:spcAft>
                <a:spcPts val="1000"/>
              </a:spcAft>
              <a:buNone/>
            </a:pPr>
            <a:r>
              <a:rPr lang="en-US" sz="1800">
                <a:solidFill>
                  <a:srgbClr val="708090"/>
                </a:solidFill>
                <a:highlight>
                  <a:srgbClr val="FFFFFF"/>
                </a:highlight>
              </a:rPr>
              <a:t> 	💻</a:t>
            </a:r>
            <a:r>
              <a:rPr lang="en-US" sz="1800">
                <a:highlight>
                  <a:srgbClr val="FFFFFF"/>
                </a:highlight>
              </a:rPr>
              <a:t> Try removing the type </a:t>
            </a:r>
            <a:r>
              <a:rPr lang="en-US" sz="1800" b="1">
                <a:highlight>
                  <a:srgbClr val="FFFFFF"/>
                </a:highlight>
              </a:rPr>
              <a:t>string</a:t>
            </a:r>
            <a:r>
              <a:rPr lang="en-US" sz="1800">
                <a:highlight>
                  <a:srgbClr val="FFFFFF"/>
                </a:highlight>
              </a:rPr>
              <a:t> in the previous lab 🧪</a:t>
            </a:r>
            <a:endParaRPr sz="1800">
              <a:highlight>
                <a:srgbClr val="FFFFFF"/>
              </a:highlight>
            </a:endParaRPr>
          </a:p>
        </p:txBody>
      </p:sp>
      <p:sp>
        <p:nvSpPr>
          <p:cNvPr id="286" name="Google Shape;286;p36"/>
          <p:cNvSpPr txBox="1"/>
          <p:nvPr>
            <p:ph type="title"/>
          </p:nvPr>
        </p:nvSpPr>
        <p:spPr>
          <a:xfrm>
            <a:off x="321144" y="246401"/>
            <a:ext cx="7340700" cy="86670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Clr>
                <a:schemeClr val="lt1"/>
              </a:buClr>
              <a:buSzPts val="3300"/>
              <a:buFont typeface="Roboto" panose="02000000000000000000"/>
              <a:buNone/>
            </a:pPr>
            <a:r>
              <a:rPr lang="en-US"/>
              <a:t>Type Inference</a:t>
            </a:r>
            <a:endParaRPr lang="en-US"/>
          </a:p>
        </p:txBody>
      </p:sp>
      <p:pic>
        <p:nvPicPr>
          <p:cNvPr id="287" name="Google Shape;287;p36" descr="A picture containing drawing&#10;&#10;Description automatically generated"/>
          <p:cNvPicPr preferRelativeResize="0"/>
          <p:nvPr/>
        </p:nvPicPr>
        <p:blipFill rotWithShape="1">
          <a:blip r:embed="rId1"/>
          <a:srcRect/>
          <a:stretch>
            <a:fillRect/>
          </a:stretch>
        </p:blipFill>
        <p:spPr>
          <a:xfrm>
            <a:off x="8039153" y="1777905"/>
            <a:ext cx="757837" cy="687315"/>
          </a:xfrm>
          <a:prstGeom prst="rect">
            <a:avLst/>
          </a:prstGeom>
          <a:noFill/>
          <a:ln>
            <a:noFill/>
          </a:ln>
        </p:spPr>
      </p:pic>
      <p:pic>
        <p:nvPicPr>
          <p:cNvPr id="288" name="Google Shape;288;p36" descr="A picture containing drawing&#10;&#10;Description automatically generated"/>
          <p:cNvPicPr preferRelativeResize="0"/>
          <p:nvPr/>
        </p:nvPicPr>
        <p:blipFill rotWithShape="1">
          <a:blip r:embed="rId2"/>
          <a:srcRect/>
          <a:stretch>
            <a:fillRect/>
          </a:stretch>
        </p:blipFill>
        <p:spPr>
          <a:xfrm>
            <a:off x="7962803" y="2751247"/>
            <a:ext cx="910535" cy="893284"/>
          </a:xfrm>
          <a:prstGeom prst="rect">
            <a:avLst/>
          </a:prstGeom>
          <a:noFill/>
          <a:ln>
            <a:noFill/>
          </a:ln>
        </p:spPr>
      </p:pic>
      <p:pic>
        <p:nvPicPr>
          <p:cNvPr id="289" name="Google Shape;289;p36"/>
          <p:cNvPicPr preferRelativeResize="0"/>
          <p:nvPr/>
        </p:nvPicPr>
        <p:blipFill>
          <a:blip r:embed="rId3"/>
          <a:stretch>
            <a:fillRect/>
          </a:stretch>
        </p:blipFill>
        <p:spPr>
          <a:xfrm>
            <a:off x="992375" y="4773050"/>
            <a:ext cx="586850" cy="37045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293" name="Shape 293"/>
        <p:cNvGrpSpPr/>
        <p:nvPr/>
      </p:nvGrpSpPr>
      <p:grpSpPr>
        <a:xfrm>
          <a:off x="0" y="0"/>
          <a:ext cx="0" cy="0"/>
          <a:chOff x="0" y="0"/>
          <a:chExt cx="0" cy="0"/>
        </a:xfrm>
      </p:grpSpPr>
      <p:sp>
        <p:nvSpPr>
          <p:cNvPr id="294" name="Google Shape;294;p37"/>
          <p:cNvSpPr txBox="1"/>
          <p:nvPr/>
        </p:nvSpPr>
        <p:spPr>
          <a:xfrm>
            <a:off x="321150" y="1845650"/>
            <a:ext cx="7340700" cy="812700"/>
          </a:xfrm>
          <a:prstGeom prst="rect">
            <a:avLst/>
          </a:prstGeom>
          <a:noFill/>
          <a:ln>
            <a:noFill/>
          </a:ln>
        </p:spPr>
        <p:txBody>
          <a:bodyPr spcFirstLastPara="1" wrap="square" lIns="91425" tIns="91425" rIns="91425" bIns="91425" anchor="t" anchorCtr="0">
            <a:noAutofit/>
          </a:bodyPr>
          <a:lstStyle/>
          <a:p>
            <a:pPr marL="457200" lvl="0" indent="-317500" algn="l" rtl="0">
              <a:lnSpc>
                <a:spcPct val="100000"/>
              </a:lnSpc>
              <a:spcBef>
                <a:spcPts val="0"/>
              </a:spcBef>
              <a:spcAft>
                <a:spcPts val="0"/>
              </a:spcAft>
              <a:buSzPts val="1400"/>
              <a:buChar char="●"/>
            </a:pPr>
            <a:r>
              <a:rPr lang="en-US" sz="2200">
                <a:solidFill>
                  <a:schemeClr val="dk1"/>
                </a:solidFill>
              </a:rPr>
              <a:t>Short variable declaration operator</a:t>
            </a:r>
            <a:br>
              <a:rPr lang="en-US" sz="2200" b="1">
                <a:solidFill>
                  <a:schemeClr val="dk1"/>
                </a:solidFill>
              </a:rPr>
            </a:br>
            <a:br>
              <a:rPr lang="en-US" sz="2200"/>
            </a:br>
            <a:r>
              <a:rPr lang="en-US" sz="2200"/>
              <a:t>	</a:t>
            </a:r>
            <a:r>
              <a:rPr lang="en-US" sz="1800">
                <a:solidFill>
                  <a:schemeClr val="dk1"/>
                </a:solidFill>
                <a:highlight>
                  <a:srgbClr val="FFFFFF"/>
                </a:highlight>
              </a:rPr>
              <a:t>x </a:t>
            </a:r>
            <a:r>
              <a:rPr lang="en-US" sz="1800">
                <a:solidFill>
                  <a:srgbClr val="9A6E3A"/>
                </a:solidFill>
                <a:highlight>
                  <a:srgbClr val="FFFFFF"/>
                </a:highlight>
              </a:rPr>
              <a:t>:=</a:t>
            </a:r>
            <a:r>
              <a:rPr lang="en-US" sz="1800">
                <a:solidFill>
                  <a:schemeClr val="dk1"/>
                </a:solidFill>
                <a:highlight>
                  <a:srgbClr val="FFFFFF"/>
                </a:highlight>
              </a:rPr>
              <a:t> </a:t>
            </a:r>
            <a:r>
              <a:rPr lang="en-US" sz="1800">
                <a:solidFill>
                  <a:srgbClr val="990055"/>
                </a:solidFill>
                <a:highlight>
                  <a:srgbClr val="FFFFFF"/>
                </a:highlight>
              </a:rPr>
              <a:t>42</a:t>
            </a:r>
            <a:r>
              <a:rPr lang="en-US" sz="1800">
                <a:solidFill>
                  <a:schemeClr val="dk1"/>
                </a:solidFill>
                <a:highlight>
                  <a:srgbClr val="FFFFFF"/>
                </a:highlight>
              </a:rPr>
              <a:t> </a:t>
            </a:r>
            <a:r>
              <a:rPr lang="en-US" sz="1800">
                <a:solidFill>
                  <a:srgbClr val="708090"/>
                </a:solidFill>
                <a:highlight>
                  <a:srgbClr val="FFFFFF"/>
                </a:highlight>
              </a:rPr>
              <a:t>// x is an int</a:t>
            </a:r>
            <a:endParaRPr sz="1800">
              <a:solidFill>
                <a:schemeClr val="dk1"/>
              </a:solidFill>
              <a:highlight>
                <a:srgbClr val="FFFFFF"/>
              </a:highlight>
            </a:endParaRPr>
          </a:p>
          <a:p>
            <a:pPr marL="0" lvl="0" indent="0" algn="l" rtl="0">
              <a:lnSpc>
                <a:spcPct val="100000"/>
              </a:lnSpc>
              <a:spcBef>
                <a:spcPts val="1000"/>
              </a:spcBef>
              <a:spcAft>
                <a:spcPts val="0"/>
              </a:spcAft>
              <a:buNone/>
            </a:pPr>
            <a:endParaRPr sz="1800">
              <a:solidFill>
                <a:schemeClr val="dk1"/>
              </a:solidFill>
              <a:highlight>
                <a:srgbClr val="FFFFFF"/>
              </a:highlight>
            </a:endParaRPr>
          </a:p>
          <a:p>
            <a:pPr marL="457200" lvl="0" indent="457200" algn="l" rtl="0">
              <a:lnSpc>
                <a:spcPct val="100000"/>
              </a:lnSpc>
              <a:spcBef>
                <a:spcPts val="1000"/>
              </a:spcBef>
              <a:spcAft>
                <a:spcPts val="0"/>
              </a:spcAft>
              <a:buNone/>
            </a:pPr>
            <a:r>
              <a:rPr lang="en-US" sz="1800">
                <a:solidFill>
                  <a:schemeClr val="dk1"/>
                </a:solidFill>
                <a:highlight>
                  <a:srgbClr val="FFFFFF"/>
                </a:highlight>
              </a:rPr>
              <a:t>x</a:t>
            </a:r>
            <a:r>
              <a:rPr lang="en-US" sz="1800">
                <a:solidFill>
                  <a:srgbClr val="999999"/>
                </a:solidFill>
                <a:highlight>
                  <a:srgbClr val="FFFFFF"/>
                </a:highlight>
              </a:rPr>
              <a:t>,</a:t>
            </a:r>
            <a:r>
              <a:rPr lang="en-US" sz="1800">
                <a:solidFill>
                  <a:schemeClr val="dk1"/>
                </a:solidFill>
                <a:highlight>
                  <a:srgbClr val="FFFFFF"/>
                </a:highlight>
              </a:rPr>
              <a:t> y </a:t>
            </a:r>
            <a:r>
              <a:rPr lang="en-US" sz="1800">
                <a:solidFill>
                  <a:srgbClr val="9A6E3A"/>
                </a:solidFill>
                <a:highlight>
                  <a:srgbClr val="FFFFFF"/>
                </a:highlight>
              </a:rPr>
              <a:t>:=</a:t>
            </a:r>
            <a:r>
              <a:rPr lang="en-US" sz="1800">
                <a:solidFill>
                  <a:schemeClr val="dk1"/>
                </a:solidFill>
                <a:highlight>
                  <a:srgbClr val="FFFFFF"/>
                </a:highlight>
              </a:rPr>
              <a:t> </a:t>
            </a:r>
            <a:r>
              <a:rPr lang="en-US" sz="1800">
                <a:solidFill>
                  <a:srgbClr val="990055"/>
                </a:solidFill>
                <a:highlight>
                  <a:srgbClr val="FFFFFF"/>
                </a:highlight>
              </a:rPr>
              <a:t>6</a:t>
            </a:r>
            <a:r>
              <a:rPr lang="en-US" sz="1800">
                <a:solidFill>
                  <a:srgbClr val="999999"/>
                </a:solidFill>
                <a:highlight>
                  <a:srgbClr val="FFFFFF"/>
                </a:highlight>
              </a:rPr>
              <a:t>,</a:t>
            </a:r>
            <a:r>
              <a:rPr lang="en-US" sz="1800">
                <a:solidFill>
                  <a:schemeClr val="dk1"/>
                </a:solidFill>
                <a:highlight>
                  <a:srgbClr val="FFFFFF"/>
                </a:highlight>
              </a:rPr>
              <a:t> </a:t>
            </a:r>
            <a:r>
              <a:rPr lang="en-US" sz="1800">
                <a:solidFill>
                  <a:srgbClr val="990055"/>
                </a:solidFill>
                <a:highlight>
                  <a:srgbClr val="FFFFFF"/>
                </a:highlight>
              </a:rPr>
              <a:t>7</a:t>
            </a:r>
            <a:r>
              <a:rPr lang="en-US" sz="1800">
                <a:solidFill>
                  <a:schemeClr val="dk1"/>
                </a:solidFill>
                <a:highlight>
                  <a:srgbClr val="FFFFFF"/>
                </a:highlight>
              </a:rPr>
              <a:t> </a:t>
            </a:r>
            <a:r>
              <a:rPr lang="en-US" sz="1800">
                <a:solidFill>
                  <a:srgbClr val="708090"/>
                </a:solidFill>
                <a:highlight>
                  <a:srgbClr val="FFFFFF"/>
                </a:highlight>
              </a:rPr>
              <a:t>// y is also an int</a:t>
            </a:r>
            <a:endParaRPr sz="1800">
              <a:solidFill>
                <a:srgbClr val="708090"/>
              </a:solidFill>
              <a:highlight>
                <a:srgbClr val="FFFFFF"/>
              </a:highlight>
            </a:endParaRPr>
          </a:p>
          <a:p>
            <a:pPr marL="0" lvl="0" indent="0" algn="l" rtl="0">
              <a:spcBef>
                <a:spcPts val="1000"/>
              </a:spcBef>
              <a:spcAft>
                <a:spcPts val="0"/>
              </a:spcAft>
              <a:buNone/>
            </a:pPr>
            <a:endParaRPr sz="1800">
              <a:solidFill>
                <a:srgbClr val="708090"/>
              </a:solidFill>
              <a:highlight>
                <a:srgbClr val="FFFFFF"/>
              </a:highlight>
            </a:endParaRPr>
          </a:p>
          <a:p>
            <a:pPr marL="0" lvl="0" indent="0" algn="r" rtl="0">
              <a:spcBef>
                <a:spcPts val="1000"/>
              </a:spcBef>
              <a:spcAft>
                <a:spcPts val="1000"/>
              </a:spcAft>
              <a:buClr>
                <a:schemeClr val="dk1"/>
              </a:buClr>
              <a:buSzPts val="1100"/>
              <a:buFont typeface="Arial" panose="020B0604020202020204"/>
              <a:buNone/>
            </a:pPr>
            <a:r>
              <a:rPr lang="en-US" sz="1800">
                <a:solidFill>
                  <a:srgbClr val="708090"/>
                </a:solidFill>
                <a:highlight>
                  <a:srgbClr val="FFFFFF"/>
                </a:highlight>
              </a:rPr>
              <a:t> 	💻</a:t>
            </a:r>
            <a:r>
              <a:rPr lang="en-US" sz="1800">
                <a:solidFill>
                  <a:schemeClr val="dk1"/>
                </a:solidFill>
                <a:highlight>
                  <a:srgbClr val="FFFFFF"/>
                </a:highlight>
              </a:rPr>
              <a:t> Goto the previous lab then remove the </a:t>
            </a:r>
            <a:r>
              <a:rPr lang="en-US" sz="1800" b="1">
                <a:solidFill>
                  <a:schemeClr val="dk1"/>
                </a:solidFill>
                <a:highlight>
                  <a:srgbClr val="FFFFFF"/>
                </a:highlight>
              </a:rPr>
              <a:t>var</a:t>
            </a:r>
            <a:r>
              <a:rPr lang="en-US" sz="1800">
                <a:solidFill>
                  <a:schemeClr val="dk1"/>
                </a:solidFill>
                <a:highlight>
                  <a:srgbClr val="FFFFFF"/>
                </a:highlight>
              </a:rPr>
              <a:t> keyword and use the short variable declaration operator instead</a:t>
            </a:r>
            <a:endParaRPr sz="1800">
              <a:solidFill>
                <a:srgbClr val="708090"/>
              </a:solidFill>
              <a:highlight>
                <a:srgbClr val="FFFFFF"/>
              </a:highlight>
            </a:endParaRPr>
          </a:p>
        </p:txBody>
      </p:sp>
      <p:sp>
        <p:nvSpPr>
          <p:cNvPr id="295" name="Google Shape;295;p37"/>
          <p:cNvSpPr txBox="1"/>
          <p:nvPr>
            <p:ph type="title"/>
          </p:nvPr>
        </p:nvSpPr>
        <p:spPr>
          <a:xfrm>
            <a:off x="321144" y="246401"/>
            <a:ext cx="7340700" cy="86670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Clr>
                <a:schemeClr val="lt1"/>
              </a:buClr>
              <a:buSzPts val="3300"/>
              <a:buFont typeface="Roboto" panose="02000000000000000000"/>
              <a:buNone/>
            </a:pPr>
            <a:r>
              <a:rPr lang="en-US"/>
              <a:t>Variables Assignment</a:t>
            </a:r>
            <a:endParaRPr lang="en-US"/>
          </a:p>
        </p:txBody>
      </p:sp>
      <p:pic>
        <p:nvPicPr>
          <p:cNvPr id="296" name="Google Shape;296;p37" descr="A picture containing drawing&#10;&#10;Description automatically generated"/>
          <p:cNvPicPr preferRelativeResize="0"/>
          <p:nvPr/>
        </p:nvPicPr>
        <p:blipFill rotWithShape="1">
          <a:blip r:embed="rId1"/>
          <a:srcRect/>
          <a:stretch>
            <a:fillRect/>
          </a:stretch>
        </p:blipFill>
        <p:spPr>
          <a:xfrm>
            <a:off x="8039153" y="1777905"/>
            <a:ext cx="757837" cy="687315"/>
          </a:xfrm>
          <a:prstGeom prst="rect">
            <a:avLst/>
          </a:prstGeom>
          <a:noFill/>
          <a:ln>
            <a:noFill/>
          </a:ln>
        </p:spPr>
      </p:pic>
      <p:pic>
        <p:nvPicPr>
          <p:cNvPr id="297" name="Google Shape;297;p37" descr="A picture containing drawing&#10;&#10;Description automatically generated"/>
          <p:cNvPicPr preferRelativeResize="0"/>
          <p:nvPr/>
        </p:nvPicPr>
        <p:blipFill rotWithShape="1">
          <a:blip r:embed="rId2"/>
          <a:srcRect/>
          <a:stretch>
            <a:fillRect/>
          </a:stretch>
        </p:blipFill>
        <p:spPr>
          <a:xfrm>
            <a:off x="7962803" y="2751247"/>
            <a:ext cx="910535" cy="893284"/>
          </a:xfrm>
          <a:prstGeom prst="rect">
            <a:avLst/>
          </a:prstGeom>
          <a:noFill/>
          <a:ln>
            <a:noFill/>
          </a:ln>
        </p:spPr>
      </p:pic>
      <p:pic>
        <p:nvPicPr>
          <p:cNvPr id="298" name="Google Shape;298;p37"/>
          <p:cNvPicPr preferRelativeResize="0"/>
          <p:nvPr/>
        </p:nvPicPr>
        <p:blipFill>
          <a:blip r:embed="rId3"/>
          <a:stretch>
            <a:fillRect/>
          </a:stretch>
        </p:blipFill>
        <p:spPr>
          <a:xfrm>
            <a:off x="992375" y="4773050"/>
            <a:ext cx="586850" cy="37045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302" name="Shape 302"/>
        <p:cNvGrpSpPr/>
        <p:nvPr/>
      </p:nvGrpSpPr>
      <p:grpSpPr>
        <a:xfrm>
          <a:off x="0" y="0"/>
          <a:ext cx="0" cy="0"/>
          <a:chOff x="0" y="0"/>
          <a:chExt cx="0" cy="0"/>
        </a:xfrm>
      </p:grpSpPr>
      <p:sp>
        <p:nvSpPr>
          <p:cNvPr id="303" name="Google Shape;303;p38"/>
          <p:cNvSpPr txBox="1"/>
          <p:nvPr/>
        </p:nvSpPr>
        <p:spPr>
          <a:xfrm>
            <a:off x="321150" y="1845650"/>
            <a:ext cx="7340700" cy="812700"/>
          </a:xfrm>
          <a:prstGeom prst="rect">
            <a:avLst/>
          </a:prstGeom>
          <a:noFill/>
          <a:ln>
            <a:noFill/>
          </a:ln>
        </p:spPr>
        <p:txBody>
          <a:bodyPr spcFirstLastPara="1" wrap="square" lIns="91425" tIns="91425" rIns="91425" bIns="91425" anchor="t" anchorCtr="0">
            <a:noAutofit/>
          </a:bodyPr>
          <a:lstStyle/>
          <a:p>
            <a:pPr marL="457200" lvl="0" indent="-342900" algn="l" rtl="0">
              <a:lnSpc>
                <a:spcPct val="200000"/>
              </a:lnSpc>
              <a:spcBef>
                <a:spcPts val="0"/>
              </a:spcBef>
              <a:spcAft>
                <a:spcPts val="0"/>
              </a:spcAft>
              <a:buSzPts val="1800"/>
              <a:buChar char="●"/>
            </a:pPr>
            <a:r>
              <a:rPr lang="en-US" sz="1800">
                <a:highlight>
                  <a:srgbClr val="FFFFFF"/>
                </a:highlight>
              </a:rPr>
              <a:t>Defined by the keyword </a:t>
            </a:r>
            <a:r>
              <a:rPr lang="en-US" sz="1800" b="1">
                <a:highlight>
                  <a:srgbClr val="FFFFFF"/>
                </a:highlight>
              </a:rPr>
              <a:t>const</a:t>
            </a:r>
            <a:endParaRPr sz="1800">
              <a:highlight>
                <a:srgbClr val="FFFFFF"/>
              </a:highlight>
            </a:endParaRPr>
          </a:p>
          <a:p>
            <a:pPr marL="457200" lvl="0" indent="-342900" algn="l" rtl="0">
              <a:lnSpc>
                <a:spcPct val="200000"/>
              </a:lnSpc>
              <a:spcBef>
                <a:spcPts val="0"/>
              </a:spcBef>
              <a:spcAft>
                <a:spcPts val="0"/>
              </a:spcAft>
              <a:buSzPts val="1800"/>
              <a:buChar char="●"/>
            </a:pPr>
            <a:r>
              <a:rPr lang="en-US" sz="1800">
                <a:highlight>
                  <a:srgbClr val="FFFFFF"/>
                </a:highlight>
              </a:rPr>
              <a:t>A constant is a </a:t>
            </a:r>
            <a:r>
              <a:rPr lang="en-US" sz="1800" b="1">
                <a:highlight>
                  <a:srgbClr val="FFFFFF"/>
                </a:highlight>
              </a:rPr>
              <a:t>read-only</a:t>
            </a:r>
            <a:r>
              <a:rPr lang="en-US" sz="1800">
                <a:highlight>
                  <a:srgbClr val="FFFFFF"/>
                </a:highlight>
              </a:rPr>
              <a:t> variable</a:t>
            </a:r>
            <a:endParaRPr sz="1800">
              <a:highlight>
                <a:srgbClr val="FFFFFF"/>
              </a:highlight>
            </a:endParaRPr>
          </a:p>
          <a:p>
            <a:pPr marL="457200" lvl="0" indent="-342900" algn="l" rtl="0">
              <a:lnSpc>
                <a:spcPct val="200000"/>
              </a:lnSpc>
              <a:spcBef>
                <a:spcPts val="0"/>
              </a:spcBef>
              <a:spcAft>
                <a:spcPts val="0"/>
              </a:spcAft>
              <a:buSzPts val="1800"/>
              <a:buChar char="●"/>
            </a:pPr>
            <a:r>
              <a:rPr lang="en-US" sz="1800">
                <a:highlight>
                  <a:srgbClr val="FFFFFF"/>
                </a:highlight>
              </a:rPr>
              <a:t>It is evaluated at </a:t>
            </a:r>
            <a:r>
              <a:rPr lang="en-US" sz="1800" b="1">
                <a:highlight>
                  <a:srgbClr val="FFFFFF"/>
                </a:highlight>
              </a:rPr>
              <a:t>compile-time</a:t>
            </a:r>
            <a:endParaRPr sz="1600"/>
          </a:p>
        </p:txBody>
      </p:sp>
      <p:sp>
        <p:nvSpPr>
          <p:cNvPr id="304" name="Google Shape;304;p38"/>
          <p:cNvSpPr txBox="1"/>
          <p:nvPr>
            <p:ph type="title"/>
          </p:nvPr>
        </p:nvSpPr>
        <p:spPr>
          <a:xfrm>
            <a:off x="321144" y="246401"/>
            <a:ext cx="7340700" cy="86670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Clr>
                <a:schemeClr val="lt1"/>
              </a:buClr>
              <a:buSzPts val="3300"/>
              <a:buFont typeface="Roboto" panose="02000000000000000000"/>
              <a:buNone/>
            </a:pPr>
            <a:r>
              <a:rPr lang="en-US"/>
              <a:t>Constants</a:t>
            </a:r>
            <a:endParaRPr lang="en-US"/>
          </a:p>
        </p:txBody>
      </p:sp>
      <p:pic>
        <p:nvPicPr>
          <p:cNvPr id="305" name="Google Shape;305;p38" descr="A picture containing drawing&#10;&#10;Description automatically generated"/>
          <p:cNvPicPr preferRelativeResize="0"/>
          <p:nvPr/>
        </p:nvPicPr>
        <p:blipFill rotWithShape="1">
          <a:blip r:embed="rId1"/>
          <a:srcRect/>
          <a:stretch>
            <a:fillRect/>
          </a:stretch>
        </p:blipFill>
        <p:spPr>
          <a:xfrm>
            <a:off x="8039153" y="1777905"/>
            <a:ext cx="757837" cy="687315"/>
          </a:xfrm>
          <a:prstGeom prst="rect">
            <a:avLst/>
          </a:prstGeom>
          <a:noFill/>
          <a:ln>
            <a:noFill/>
          </a:ln>
        </p:spPr>
      </p:pic>
      <p:pic>
        <p:nvPicPr>
          <p:cNvPr id="306" name="Google Shape;306;p38" descr="A picture containing drawing&#10;&#10;Description automatically generated"/>
          <p:cNvPicPr preferRelativeResize="0"/>
          <p:nvPr/>
        </p:nvPicPr>
        <p:blipFill rotWithShape="1">
          <a:blip r:embed="rId2"/>
          <a:srcRect/>
          <a:stretch>
            <a:fillRect/>
          </a:stretch>
        </p:blipFill>
        <p:spPr>
          <a:xfrm>
            <a:off x="7962803" y="2751247"/>
            <a:ext cx="910535" cy="893284"/>
          </a:xfrm>
          <a:prstGeom prst="rect">
            <a:avLst/>
          </a:prstGeom>
          <a:noFill/>
          <a:ln>
            <a:noFill/>
          </a:ln>
        </p:spPr>
      </p:pic>
      <p:pic>
        <p:nvPicPr>
          <p:cNvPr id="307" name="Google Shape;307;p38"/>
          <p:cNvPicPr preferRelativeResize="0"/>
          <p:nvPr/>
        </p:nvPicPr>
        <p:blipFill>
          <a:blip r:embed="rId3"/>
          <a:stretch>
            <a:fillRect/>
          </a:stretch>
        </p:blipFill>
        <p:spPr>
          <a:xfrm>
            <a:off x="992375" y="4773050"/>
            <a:ext cx="586850" cy="37045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311" name="Shape 311"/>
        <p:cNvGrpSpPr/>
        <p:nvPr/>
      </p:nvGrpSpPr>
      <p:grpSpPr>
        <a:xfrm>
          <a:off x="0" y="0"/>
          <a:ext cx="0" cy="0"/>
          <a:chOff x="0" y="0"/>
          <a:chExt cx="0" cy="0"/>
        </a:xfrm>
      </p:grpSpPr>
      <p:sp>
        <p:nvSpPr>
          <p:cNvPr id="312" name="Google Shape;312;p39"/>
          <p:cNvSpPr txBox="1"/>
          <p:nvPr>
            <p:ph type="title"/>
          </p:nvPr>
        </p:nvSpPr>
        <p:spPr>
          <a:xfrm>
            <a:off x="321144" y="246401"/>
            <a:ext cx="7340700" cy="86670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Clr>
                <a:schemeClr val="lt1"/>
              </a:buClr>
              <a:buSzPts val="3300"/>
              <a:buFont typeface="Roboto" panose="02000000000000000000"/>
              <a:buNone/>
            </a:pPr>
            <a:r>
              <a:rPr lang="en-US"/>
              <a:t>Constants</a:t>
            </a:r>
            <a:r>
              <a:rPr lang="en-US"/>
              <a:t> 🧪</a:t>
            </a:r>
            <a:endParaRPr lang="en-US"/>
          </a:p>
        </p:txBody>
      </p:sp>
      <p:pic>
        <p:nvPicPr>
          <p:cNvPr id="313" name="Google Shape;313;p39" descr="A picture containing drawing&#10;&#10;Description automatically generated"/>
          <p:cNvPicPr preferRelativeResize="0"/>
          <p:nvPr/>
        </p:nvPicPr>
        <p:blipFill rotWithShape="1">
          <a:blip r:embed="rId1"/>
          <a:srcRect/>
          <a:stretch>
            <a:fillRect/>
          </a:stretch>
        </p:blipFill>
        <p:spPr>
          <a:xfrm>
            <a:off x="8039153" y="1777905"/>
            <a:ext cx="757837" cy="687315"/>
          </a:xfrm>
          <a:prstGeom prst="rect">
            <a:avLst/>
          </a:prstGeom>
          <a:noFill/>
          <a:ln>
            <a:noFill/>
          </a:ln>
        </p:spPr>
      </p:pic>
      <p:pic>
        <p:nvPicPr>
          <p:cNvPr id="314" name="Google Shape;314;p39" descr="A picture containing drawing&#10;&#10;Description automatically generated"/>
          <p:cNvPicPr preferRelativeResize="0"/>
          <p:nvPr/>
        </p:nvPicPr>
        <p:blipFill rotWithShape="1">
          <a:blip r:embed="rId2"/>
          <a:srcRect/>
          <a:stretch>
            <a:fillRect/>
          </a:stretch>
        </p:blipFill>
        <p:spPr>
          <a:xfrm>
            <a:off x="7962803" y="2751247"/>
            <a:ext cx="910535" cy="893284"/>
          </a:xfrm>
          <a:prstGeom prst="rect">
            <a:avLst/>
          </a:prstGeom>
          <a:noFill/>
          <a:ln>
            <a:noFill/>
          </a:ln>
        </p:spPr>
      </p:pic>
      <p:pic>
        <p:nvPicPr>
          <p:cNvPr id="315" name="Google Shape;315;p39"/>
          <p:cNvPicPr preferRelativeResize="0"/>
          <p:nvPr/>
        </p:nvPicPr>
        <p:blipFill>
          <a:blip r:embed="rId3"/>
          <a:stretch>
            <a:fillRect/>
          </a:stretch>
        </p:blipFill>
        <p:spPr>
          <a:xfrm>
            <a:off x="992375" y="4773050"/>
            <a:ext cx="586850" cy="370450"/>
          </a:xfrm>
          <a:prstGeom prst="rect">
            <a:avLst/>
          </a:prstGeom>
          <a:noFill/>
          <a:ln>
            <a:noFill/>
          </a:ln>
        </p:spPr>
      </p:pic>
      <p:sp>
        <p:nvSpPr>
          <p:cNvPr id="316" name="Google Shape;316;p39"/>
          <p:cNvSpPr txBox="1"/>
          <p:nvPr/>
        </p:nvSpPr>
        <p:spPr>
          <a:xfrm>
            <a:off x="321150" y="1845650"/>
            <a:ext cx="7340700" cy="812700"/>
          </a:xfrm>
          <a:prstGeom prst="rect">
            <a:avLst/>
          </a:prstGeom>
          <a:noFill/>
          <a:ln>
            <a:noFill/>
          </a:ln>
        </p:spPr>
        <p:txBody>
          <a:bodyPr spcFirstLastPara="1" wrap="square" lIns="91425" tIns="91425" rIns="91425" bIns="91425" anchor="t" anchorCtr="0">
            <a:noAutofit/>
          </a:bodyPr>
          <a:lstStyle/>
          <a:p>
            <a:pPr marL="101600" lvl="0" indent="0" algn="l" rtl="0">
              <a:lnSpc>
                <a:spcPct val="120000"/>
              </a:lnSpc>
              <a:spcBef>
                <a:spcPts val="0"/>
              </a:spcBef>
              <a:spcAft>
                <a:spcPts val="0"/>
              </a:spcAft>
              <a:buNone/>
            </a:pPr>
            <a:r>
              <a:rPr lang="en-US" b="1">
                <a:solidFill>
                  <a:schemeClr val="dk1"/>
                </a:solidFill>
                <a:highlight>
                  <a:srgbClr val="FFFFFF"/>
                </a:highlight>
              </a:rPr>
              <a:t>⏳ </a:t>
            </a:r>
            <a:r>
              <a:rPr lang="en-US" i="1">
                <a:solidFill>
                  <a:schemeClr val="dk1"/>
                </a:solidFill>
                <a:highlight>
                  <a:srgbClr val="FFFFFF"/>
                </a:highlight>
              </a:rPr>
              <a:t>2 min.</a:t>
            </a:r>
            <a:endParaRPr i="1">
              <a:solidFill>
                <a:schemeClr val="dk1"/>
              </a:solidFill>
              <a:highlight>
                <a:srgbClr val="FFFFFF"/>
              </a:highlight>
            </a:endParaRPr>
          </a:p>
          <a:p>
            <a:pPr marL="457200" lvl="0" indent="-342900" algn="l" rtl="0">
              <a:lnSpc>
                <a:spcPct val="120000"/>
              </a:lnSpc>
              <a:spcBef>
                <a:spcPts val="0"/>
              </a:spcBef>
              <a:spcAft>
                <a:spcPts val="0"/>
              </a:spcAft>
              <a:buClr>
                <a:schemeClr val="dk1"/>
              </a:buClr>
              <a:buSzPts val="1800"/>
              <a:buChar char="●"/>
            </a:pPr>
            <a:r>
              <a:rPr lang="en-US" sz="1800">
                <a:solidFill>
                  <a:schemeClr val="dk1"/>
                </a:solidFill>
                <a:highlight>
                  <a:srgbClr val="FFFFFF"/>
                </a:highlight>
              </a:rPr>
              <a:t>Replace the keyword </a:t>
            </a:r>
            <a:r>
              <a:rPr lang="en-US" sz="1800" b="1">
                <a:solidFill>
                  <a:schemeClr val="dk1"/>
                </a:solidFill>
                <a:highlight>
                  <a:srgbClr val="FFFFFF"/>
                </a:highlight>
              </a:rPr>
              <a:t>var</a:t>
            </a:r>
            <a:r>
              <a:rPr lang="en-US" sz="1800">
                <a:solidFill>
                  <a:schemeClr val="dk1"/>
                </a:solidFill>
                <a:highlight>
                  <a:srgbClr val="FFFFFF"/>
                </a:highlight>
              </a:rPr>
              <a:t> with </a:t>
            </a:r>
            <a:r>
              <a:rPr lang="en-US" sz="1800" b="1">
                <a:solidFill>
                  <a:schemeClr val="dk1"/>
                </a:solidFill>
                <a:highlight>
                  <a:srgbClr val="FFFFFF"/>
                </a:highlight>
              </a:rPr>
              <a:t>const</a:t>
            </a:r>
            <a:r>
              <a:rPr lang="en-US" sz="1800">
                <a:solidFill>
                  <a:schemeClr val="dk1"/>
                </a:solidFill>
                <a:highlight>
                  <a:srgbClr val="FFFFFF"/>
                </a:highlight>
              </a:rPr>
              <a:t> then run the code</a:t>
            </a:r>
            <a:endParaRPr sz="1800">
              <a:solidFill>
                <a:schemeClr val="dk1"/>
              </a:solidFill>
              <a:highlight>
                <a:srgbClr val="FFFFFF"/>
              </a:highlight>
            </a:endParaRPr>
          </a:p>
          <a:p>
            <a:pPr marL="457200" lvl="0" indent="-342900" algn="l" rtl="0">
              <a:lnSpc>
                <a:spcPct val="120000"/>
              </a:lnSpc>
              <a:spcBef>
                <a:spcPts val="0"/>
              </a:spcBef>
              <a:spcAft>
                <a:spcPts val="0"/>
              </a:spcAft>
              <a:buClr>
                <a:schemeClr val="dk1"/>
              </a:buClr>
              <a:buSzPts val="1800"/>
              <a:buChar char="●"/>
            </a:pPr>
            <a:r>
              <a:rPr lang="en-US" sz="1800">
                <a:solidFill>
                  <a:schemeClr val="dk1"/>
                </a:solidFill>
                <a:highlight>
                  <a:srgbClr val="FFFFFF"/>
                </a:highlight>
              </a:rPr>
              <a:t>Assign </a:t>
            </a:r>
            <a:r>
              <a:rPr lang="en-US" sz="1800" b="1">
                <a:solidFill>
                  <a:schemeClr val="dk1"/>
                </a:solidFill>
                <a:highlight>
                  <a:srgbClr val="FFFFFF"/>
                </a:highlight>
              </a:rPr>
              <a:t>HelloWorld</a:t>
            </a:r>
            <a:r>
              <a:rPr lang="en-US" sz="1800">
                <a:solidFill>
                  <a:schemeClr val="dk1"/>
                </a:solidFill>
                <a:highlight>
                  <a:srgbClr val="FFFFFF"/>
                </a:highlight>
              </a:rPr>
              <a:t> with a new value right after </a:t>
            </a:r>
            <a:r>
              <a:rPr lang="en-US" sz="1800" b="1">
                <a:solidFill>
                  <a:schemeClr val="dk1"/>
                </a:solidFill>
                <a:highlight>
                  <a:srgbClr val="FFFFFF"/>
                </a:highlight>
              </a:rPr>
              <a:t>fmt.Println</a:t>
            </a:r>
            <a:r>
              <a:rPr lang="en-US" sz="1800">
                <a:solidFill>
                  <a:schemeClr val="dk1"/>
                </a:solidFill>
                <a:highlight>
                  <a:srgbClr val="FFFFFF"/>
                </a:highlight>
              </a:rPr>
              <a:t> then run the code again. Spoiler alert: it should fail!</a:t>
            </a:r>
            <a:endParaRPr sz="1800">
              <a:solidFill>
                <a:schemeClr val="dk1"/>
              </a:solidFill>
              <a:highlight>
                <a:srgbClr val="FFFFFF"/>
              </a:highlight>
            </a:endParaRPr>
          </a:p>
          <a:p>
            <a:pPr marL="0" lvl="0" indent="0" algn="l" rtl="0">
              <a:lnSpc>
                <a:spcPct val="120000"/>
              </a:lnSpc>
              <a:spcBef>
                <a:spcPts val="0"/>
              </a:spcBef>
              <a:spcAft>
                <a:spcPts val="0"/>
              </a:spcAft>
              <a:buNone/>
            </a:pPr>
            <a:endParaRPr sz="1800">
              <a:solidFill>
                <a:schemeClr val="dk1"/>
              </a:solidFill>
              <a:highlight>
                <a:srgbClr val="FFFFFF"/>
              </a:highlight>
            </a:endParaRPr>
          </a:p>
          <a:p>
            <a:pPr marL="0" lvl="0" indent="0" algn="l" rtl="0">
              <a:lnSpc>
                <a:spcPct val="120000"/>
              </a:lnSpc>
              <a:spcBef>
                <a:spcPts val="0"/>
              </a:spcBef>
              <a:spcAft>
                <a:spcPts val="0"/>
              </a:spcAft>
              <a:buNone/>
            </a:pPr>
            <a:r>
              <a:rPr lang="en-US" sz="1800">
                <a:solidFill>
                  <a:schemeClr val="dk1"/>
                </a:solidFill>
                <a:highlight>
                  <a:srgbClr val="FFFFFF"/>
                </a:highlight>
              </a:rPr>
              <a:t>💻 </a:t>
            </a:r>
            <a:r>
              <a:rPr lang="en-US" sz="1800" u="sng">
                <a:solidFill>
                  <a:schemeClr val="hlink"/>
                </a:solidFill>
                <a:highlight>
                  <a:srgbClr val="FFFFFF"/>
                </a:highlight>
                <a:hlinkClick r:id="rId4"/>
              </a:rPr>
              <a:t>https://play.golang.org/p/4-Kf1h_mCIc</a:t>
            </a:r>
            <a:endParaRPr sz="1800">
              <a:solidFill>
                <a:schemeClr val="dk1"/>
              </a:solidFill>
              <a:highlight>
                <a:srgbClr val="FFFFFF"/>
              </a:highlight>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320" name="Shape 320"/>
        <p:cNvGrpSpPr/>
        <p:nvPr/>
      </p:nvGrpSpPr>
      <p:grpSpPr>
        <a:xfrm>
          <a:off x="0" y="0"/>
          <a:ext cx="0" cy="0"/>
          <a:chOff x="0" y="0"/>
          <a:chExt cx="0" cy="0"/>
        </a:xfrm>
      </p:grpSpPr>
      <p:sp>
        <p:nvSpPr>
          <p:cNvPr id="321" name="Google Shape;321;p40"/>
          <p:cNvSpPr txBox="1"/>
          <p:nvPr>
            <p:ph type="title"/>
          </p:nvPr>
        </p:nvSpPr>
        <p:spPr>
          <a:xfrm>
            <a:off x="321144" y="246401"/>
            <a:ext cx="7340700" cy="86670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Clr>
                <a:schemeClr val="lt1"/>
              </a:buClr>
              <a:buSzPts val="3300"/>
              <a:buFont typeface="Roboto" panose="02000000000000000000"/>
              <a:buNone/>
            </a:pPr>
            <a:r>
              <a:rPr lang="en-US"/>
              <a:t>Function Definition</a:t>
            </a:r>
            <a:endParaRPr lang="en-US"/>
          </a:p>
        </p:txBody>
      </p:sp>
      <p:pic>
        <p:nvPicPr>
          <p:cNvPr id="322" name="Google Shape;322;p40" descr="A picture containing drawing&#10;&#10;Description automatically generated"/>
          <p:cNvPicPr preferRelativeResize="0"/>
          <p:nvPr/>
        </p:nvPicPr>
        <p:blipFill rotWithShape="1">
          <a:blip r:embed="rId1"/>
          <a:srcRect/>
          <a:stretch>
            <a:fillRect/>
          </a:stretch>
        </p:blipFill>
        <p:spPr>
          <a:xfrm>
            <a:off x="8039153" y="1777905"/>
            <a:ext cx="757837" cy="687315"/>
          </a:xfrm>
          <a:prstGeom prst="rect">
            <a:avLst/>
          </a:prstGeom>
          <a:noFill/>
          <a:ln>
            <a:noFill/>
          </a:ln>
        </p:spPr>
      </p:pic>
      <p:pic>
        <p:nvPicPr>
          <p:cNvPr id="323" name="Google Shape;323;p40" descr="A picture containing drawing&#10;&#10;Description automatically generated"/>
          <p:cNvPicPr preferRelativeResize="0"/>
          <p:nvPr/>
        </p:nvPicPr>
        <p:blipFill rotWithShape="1">
          <a:blip r:embed="rId2"/>
          <a:srcRect/>
          <a:stretch>
            <a:fillRect/>
          </a:stretch>
        </p:blipFill>
        <p:spPr>
          <a:xfrm>
            <a:off x="7962803" y="2751247"/>
            <a:ext cx="910535" cy="893284"/>
          </a:xfrm>
          <a:prstGeom prst="rect">
            <a:avLst/>
          </a:prstGeom>
          <a:noFill/>
          <a:ln>
            <a:noFill/>
          </a:ln>
        </p:spPr>
      </p:pic>
      <p:pic>
        <p:nvPicPr>
          <p:cNvPr id="324" name="Google Shape;324;p40"/>
          <p:cNvPicPr preferRelativeResize="0"/>
          <p:nvPr/>
        </p:nvPicPr>
        <p:blipFill>
          <a:blip r:embed="rId3"/>
          <a:stretch>
            <a:fillRect/>
          </a:stretch>
        </p:blipFill>
        <p:spPr>
          <a:xfrm>
            <a:off x="992375" y="4773050"/>
            <a:ext cx="586850" cy="370450"/>
          </a:xfrm>
          <a:prstGeom prst="rect">
            <a:avLst/>
          </a:prstGeom>
          <a:noFill/>
          <a:ln>
            <a:noFill/>
          </a:ln>
        </p:spPr>
      </p:pic>
      <p:sp>
        <p:nvSpPr>
          <p:cNvPr id="325" name="Google Shape;325;p40"/>
          <p:cNvSpPr txBox="1"/>
          <p:nvPr/>
        </p:nvSpPr>
        <p:spPr>
          <a:xfrm>
            <a:off x="321150" y="1845650"/>
            <a:ext cx="7340700" cy="812700"/>
          </a:xfrm>
          <a:prstGeom prst="rect">
            <a:avLst/>
          </a:prstGeom>
          <a:noFill/>
          <a:ln>
            <a:noFill/>
          </a:ln>
        </p:spPr>
        <p:txBody>
          <a:bodyPr spcFirstLastPara="1" wrap="square" lIns="91425" tIns="91425" rIns="91425" bIns="91425" anchor="t" anchorCtr="0">
            <a:noAutofit/>
          </a:bodyPr>
          <a:lstStyle/>
          <a:p>
            <a:pPr marL="457200" lvl="0" indent="-330200" algn="l" rtl="0">
              <a:lnSpc>
                <a:spcPct val="200000"/>
              </a:lnSpc>
              <a:spcBef>
                <a:spcPts val="0"/>
              </a:spcBef>
              <a:spcAft>
                <a:spcPts val="0"/>
              </a:spcAft>
              <a:buSzPts val="1600"/>
              <a:buChar char="●"/>
            </a:pPr>
            <a:r>
              <a:rPr lang="en-US" sz="1800">
                <a:highlight>
                  <a:srgbClr val="FFFFFF"/>
                </a:highlight>
              </a:rPr>
              <a:t>A function is defined using the keyword </a:t>
            </a:r>
            <a:r>
              <a:rPr lang="en-US" sz="1800" b="1">
                <a:highlight>
                  <a:srgbClr val="FFFFFF"/>
                </a:highlight>
              </a:rPr>
              <a:t>func</a:t>
            </a:r>
            <a:endParaRPr sz="1800">
              <a:highlight>
                <a:srgbClr val="FFFFFF"/>
              </a:highlight>
            </a:endParaRPr>
          </a:p>
          <a:p>
            <a:pPr marL="457200" lvl="0" indent="-342900" algn="l" rtl="0">
              <a:lnSpc>
                <a:spcPct val="200000"/>
              </a:lnSpc>
              <a:spcBef>
                <a:spcPts val="0"/>
              </a:spcBef>
              <a:spcAft>
                <a:spcPts val="0"/>
              </a:spcAft>
              <a:buSzPts val="1800"/>
              <a:buChar char="●"/>
            </a:pPr>
            <a:r>
              <a:rPr lang="en-US" sz="1800">
                <a:highlight>
                  <a:srgbClr val="FFFFFF"/>
                </a:highlight>
              </a:rPr>
              <a:t>It can accept arguments</a:t>
            </a:r>
            <a:endParaRPr sz="1800">
              <a:highlight>
                <a:srgbClr val="FFFFFF"/>
              </a:highlight>
            </a:endParaRPr>
          </a:p>
          <a:p>
            <a:pPr marL="457200" lvl="0" indent="-342900" algn="l" rtl="0">
              <a:lnSpc>
                <a:spcPct val="100000"/>
              </a:lnSpc>
              <a:spcBef>
                <a:spcPts val="0"/>
              </a:spcBef>
              <a:spcAft>
                <a:spcPts val="0"/>
              </a:spcAft>
              <a:buSzPts val="1800"/>
              <a:buChar char="●"/>
            </a:pPr>
            <a:r>
              <a:rPr lang="en-US" sz="1800">
                <a:highlight>
                  <a:srgbClr val="FFFFFF"/>
                </a:highlight>
              </a:rPr>
              <a:t>It can return one or more values</a:t>
            </a:r>
            <a:br>
              <a:rPr lang="en-US" sz="1800">
                <a:highlight>
                  <a:srgbClr val="FFFFFF"/>
                </a:highlight>
              </a:rPr>
            </a:br>
            <a:br>
              <a:rPr lang="en-US" sz="1800">
                <a:highlight>
                  <a:srgbClr val="FFFFFF"/>
                </a:highlight>
              </a:rPr>
            </a:br>
            <a:endParaRPr sz="1800">
              <a:highlight>
                <a:srgbClr val="FFFFFF"/>
              </a:highlight>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329" name="Shape 329"/>
        <p:cNvGrpSpPr/>
        <p:nvPr/>
      </p:nvGrpSpPr>
      <p:grpSpPr>
        <a:xfrm>
          <a:off x="0" y="0"/>
          <a:ext cx="0" cy="0"/>
          <a:chOff x="0" y="0"/>
          <a:chExt cx="0" cy="0"/>
        </a:xfrm>
      </p:grpSpPr>
      <p:sp>
        <p:nvSpPr>
          <p:cNvPr id="330" name="Google Shape;330;p41"/>
          <p:cNvSpPr txBox="1"/>
          <p:nvPr>
            <p:ph type="title"/>
          </p:nvPr>
        </p:nvSpPr>
        <p:spPr>
          <a:xfrm>
            <a:off x="321144" y="246401"/>
            <a:ext cx="7340700" cy="86670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Clr>
                <a:schemeClr val="lt1"/>
              </a:buClr>
              <a:buSzPts val="3300"/>
              <a:buFont typeface="Roboto" panose="02000000000000000000"/>
              <a:buNone/>
            </a:pPr>
            <a:r>
              <a:rPr lang="en-US"/>
              <a:t>Function Parameters</a:t>
            </a:r>
            <a:endParaRPr lang="en-US"/>
          </a:p>
        </p:txBody>
      </p:sp>
      <p:pic>
        <p:nvPicPr>
          <p:cNvPr id="331" name="Google Shape;331;p41" descr="A picture containing drawing&#10;&#10;Description automatically generated"/>
          <p:cNvPicPr preferRelativeResize="0"/>
          <p:nvPr/>
        </p:nvPicPr>
        <p:blipFill rotWithShape="1">
          <a:blip r:embed="rId1"/>
          <a:srcRect/>
          <a:stretch>
            <a:fillRect/>
          </a:stretch>
        </p:blipFill>
        <p:spPr>
          <a:xfrm>
            <a:off x="8039153" y="1777905"/>
            <a:ext cx="757837" cy="687315"/>
          </a:xfrm>
          <a:prstGeom prst="rect">
            <a:avLst/>
          </a:prstGeom>
          <a:noFill/>
          <a:ln>
            <a:noFill/>
          </a:ln>
        </p:spPr>
      </p:pic>
      <p:pic>
        <p:nvPicPr>
          <p:cNvPr id="332" name="Google Shape;332;p41" descr="A picture containing drawing&#10;&#10;Description automatically generated"/>
          <p:cNvPicPr preferRelativeResize="0"/>
          <p:nvPr/>
        </p:nvPicPr>
        <p:blipFill rotWithShape="1">
          <a:blip r:embed="rId2"/>
          <a:srcRect/>
          <a:stretch>
            <a:fillRect/>
          </a:stretch>
        </p:blipFill>
        <p:spPr>
          <a:xfrm>
            <a:off x="7962803" y="2751247"/>
            <a:ext cx="910535" cy="893284"/>
          </a:xfrm>
          <a:prstGeom prst="rect">
            <a:avLst/>
          </a:prstGeom>
          <a:noFill/>
          <a:ln>
            <a:noFill/>
          </a:ln>
        </p:spPr>
      </p:pic>
      <p:pic>
        <p:nvPicPr>
          <p:cNvPr id="333" name="Google Shape;333;p41"/>
          <p:cNvPicPr preferRelativeResize="0"/>
          <p:nvPr/>
        </p:nvPicPr>
        <p:blipFill>
          <a:blip r:embed="rId3"/>
          <a:stretch>
            <a:fillRect/>
          </a:stretch>
        </p:blipFill>
        <p:spPr>
          <a:xfrm>
            <a:off x="992375" y="4773050"/>
            <a:ext cx="586850" cy="370450"/>
          </a:xfrm>
          <a:prstGeom prst="rect">
            <a:avLst/>
          </a:prstGeom>
          <a:noFill/>
          <a:ln>
            <a:noFill/>
          </a:ln>
        </p:spPr>
      </p:pic>
      <p:sp>
        <p:nvSpPr>
          <p:cNvPr id="334" name="Google Shape;334;p41"/>
          <p:cNvSpPr txBox="1"/>
          <p:nvPr/>
        </p:nvSpPr>
        <p:spPr>
          <a:xfrm>
            <a:off x="321150" y="1845650"/>
            <a:ext cx="7340700" cy="812700"/>
          </a:xfrm>
          <a:prstGeom prst="rect">
            <a:avLst/>
          </a:prstGeom>
          <a:noFill/>
          <a:ln>
            <a:noFill/>
          </a:ln>
        </p:spPr>
        <p:txBody>
          <a:bodyPr spcFirstLastPara="1" wrap="square" lIns="91425" tIns="91425" rIns="91425" bIns="91425" anchor="t" anchorCtr="0">
            <a:noAutofit/>
          </a:bodyPr>
          <a:lstStyle/>
          <a:p>
            <a:pPr marL="457200" lvl="0" indent="0" algn="l" rtl="0">
              <a:lnSpc>
                <a:spcPct val="200000"/>
              </a:lnSpc>
              <a:spcBef>
                <a:spcPts val="0"/>
              </a:spcBef>
              <a:spcAft>
                <a:spcPts val="0"/>
              </a:spcAft>
              <a:buNone/>
            </a:pPr>
            <a:r>
              <a:rPr lang="en-US" sz="1800">
                <a:solidFill>
                  <a:srgbClr val="0077AA"/>
                </a:solidFill>
              </a:rPr>
              <a:t>func</a:t>
            </a:r>
            <a:r>
              <a:rPr lang="en-US" sz="1800">
                <a:solidFill>
                  <a:schemeClr val="dk1"/>
                </a:solidFill>
              </a:rPr>
              <a:t> </a:t>
            </a:r>
            <a:r>
              <a:rPr lang="en-US" sz="1800">
                <a:solidFill>
                  <a:srgbClr val="DD4A68"/>
                </a:solidFill>
              </a:rPr>
              <a:t>main</a:t>
            </a:r>
            <a:r>
              <a:rPr lang="en-US" sz="1800">
                <a:solidFill>
                  <a:srgbClr val="999999"/>
                </a:solidFill>
              </a:rPr>
              <a:t>()</a:t>
            </a:r>
            <a:r>
              <a:rPr lang="en-US" sz="1800">
                <a:solidFill>
                  <a:schemeClr val="dk1"/>
                </a:solidFill>
              </a:rPr>
              <a:t> </a:t>
            </a:r>
            <a:r>
              <a:rPr lang="en-US" sz="1800">
                <a:solidFill>
                  <a:srgbClr val="999999"/>
                </a:solidFill>
              </a:rPr>
              <a:t>{}</a:t>
            </a:r>
            <a:r>
              <a:rPr lang="en-US" sz="1800">
                <a:solidFill>
                  <a:schemeClr val="dk1"/>
                </a:solidFill>
              </a:rPr>
              <a:t> </a:t>
            </a:r>
            <a:r>
              <a:rPr lang="en-US" sz="1800">
                <a:solidFill>
                  <a:srgbClr val="708090"/>
                </a:solidFill>
              </a:rPr>
              <a:t>// NO parameter</a:t>
            </a:r>
            <a:endParaRPr sz="1800">
              <a:solidFill>
                <a:schemeClr val="dk1"/>
              </a:solidFill>
            </a:endParaRPr>
          </a:p>
          <a:p>
            <a:pPr marL="457200" lvl="0" indent="0" algn="l" rtl="0">
              <a:lnSpc>
                <a:spcPct val="200000"/>
              </a:lnSpc>
              <a:spcBef>
                <a:spcPts val="1000"/>
              </a:spcBef>
              <a:spcAft>
                <a:spcPts val="0"/>
              </a:spcAft>
              <a:buNone/>
            </a:pPr>
            <a:r>
              <a:rPr lang="en-US" sz="1800">
                <a:solidFill>
                  <a:srgbClr val="0077AA"/>
                </a:solidFill>
              </a:rPr>
              <a:t>func</a:t>
            </a:r>
            <a:r>
              <a:rPr lang="en-US" sz="1800">
                <a:solidFill>
                  <a:schemeClr val="dk1"/>
                </a:solidFill>
              </a:rPr>
              <a:t> </a:t>
            </a:r>
            <a:r>
              <a:rPr lang="en-US" sz="1800">
                <a:solidFill>
                  <a:srgbClr val="DD4A68"/>
                </a:solidFill>
              </a:rPr>
              <a:t>foo</a:t>
            </a:r>
            <a:r>
              <a:rPr lang="en-US" sz="1800">
                <a:solidFill>
                  <a:srgbClr val="999999"/>
                </a:solidFill>
              </a:rPr>
              <a:t>(</a:t>
            </a:r>
            <a:r>
              <a:rPr lang="en-US" sz="1800">
                <a:solidFill>
                  <a:schemeClr val="dk1"/>
                </a:solidFill>
              </a:rPr>
              <a:t>bar </a:t>
            </a:r>
            <a:r>
              <a:rPr lang="en-US" sz="1800">
                <a:solidFill>
                  <a:srgbClr val="669900"/>
                </a:solidFill>
              </a:rPr>
              <a:t>string</a:t>
            </a:r>
            <a:r>
              <a:rPr lang="en-US" sz="1800">
                <a:solidFill>
                  <a:srgbClr val="999999"/>
                </a:solidFill>
              </a:rPr>
              <a:t>)</a:t>
            </a:r>
            <a:r>
              <a:rPr lang="en-US" sz="1800">
                <a:solidFill>
                  <a:schemeClr val="dk1"/>
                </a:solidFill>
              </a:rPr>
              <a:t> </a:t>
            </a:r>
            <a:r>
              <a:rPr lang="en-US" sz="1800">
                <a:solidFill>
                  <a:srgbClr val="999999"/>
                </a:solidFill>
              </a:rPr>
              <a:t>{}</a:t>
            </a:r>
            <a:r>
              <a:rPr lang="en-US" sz="1800">
                <a:solidFill>
                  <a:schemeClr val="dk1"/>
                </a:solidFill>
              </a:rPr>
              <a:t> </a:t>
            </a:r>
            <a:r>
              <a:rPr lang="en-US" sz="1800">
                <a:solidFill>
                  <a:srgbClr val="708090"/>
                </a:solidFill>
              </a:rPr>
              <a:t>// Single parameter</a:t>
            </a:r>
            <a:endParaRPr sz="1800">
              <a:solidFill>
                <a:schemeClr val="dk1"/>
              </a:solidFill>
            </a:endParaRPr>
          </a:p>
          <a:p>
            <a:pPr marL="457200" lvl="0" indent="0" algn="l" rtl="0">
              <a:lnSpc>
                <a:spcPct val="200000"/>
              </a:lnSpc>
              <a:spcBef>
                <a:spcPts val="1000"/>
              </a:spcBef>
              <a:spcAft>
                <a:spcPts val="0"/>
              </a:spcAft>
              <a:buNone/>
            </a:pPr>
            <a:r>
              <a:rPr lang="en-US" sz="1800">
                <a:solidFill>
                  <a:srgbClr val="0077AA"/>
                </a:solidFill>
              </a:rPr>
              <a:t>func</a:t>
            </a:r>
            <a:r>
              <a:rPr lang="en-US" sz="1800">
                <a:solidFill>
                  <a:schemeClr val="dk1"/>
                </a:solidFill>
              </a:rPr>
              <a:t> </a:t>
            </a:r>
            <a:r>
              <a:rPr lang="en-US" sz="1800">
                <a:solidFill>
                  <a:srgbClr val="DD4A68"/>
                </a:solidFill>
              </a:rPr>
              <a:t>bar</a:t>
            </a:r>
            <a:r>
              <a:rPr lang="en-US" sz="1800">
                <a:solidFill>
                  <a:srgbClr val="999999"/>
                </a:solidFill>
              </a:rPr>
              <a:t>(</a:t>
            </a:r>
            <a:r>
              <a:rPr lang="en-US" sz="1800">
                <a:solidFill>
                  <a:schemeClr val="dk1"/>
                </a:solidFill>
              </a:rPr>
              <a:t>foo </a:t>
            </a:r>
            <a:r>
              <a:rPr lang="en-US" sz="1800">
                <a:solidFill>
                  <a:srgbClr val="669900"/>
                </a:solidFill>
              </a:rPr>
              <a:t>string</a:t>
            </a:r>
            <a:r>
              <a:rPr lang="en-US" sz="1800">
                <a:solidFill>
                  <a:srgbClr val="999999"/>
                </a:solidFill>
              </a:rPr>
              <a:t>,</a:t>
            </a:r>
            <a:r>
              <a:rPr lang="en-US" sz="1800">
                <a:solidFill>
                  <a:schemeClr val="dk1"/>
                </a:solidFill>
              </a:rPr>
              <a:t> baz </a:t>
            </a:r>
            <a:r>
              <a:rPr lang="en-US" sz="1800">
                <a:solidFill>
                  <a:srgbClr val="669900"/>
                </a:solidFill>
              </a:rPr>
              <a:t>int</a:t>
            </a:r>
            <a:r>
              <a:rPr lang="en-US" sz="1800">
                <a:solidFill>
                  <a:srgbClr val="999999"/>
                </a:solidFill>
              </a:rPr>
              <a:t>)</a:t>
            </a:r>
            <a:r>
              <a:rPr lang="en-US" sz="1800">
                <a:solidFill>
                  <a:schemeClr val="dk1"/>
                </a:solidFill>
              </a:rPr>
              <a:t> </a:t>
            </a:r>
            <a:r>
              <a:rPr lang="en-US" sz="1800">
                <a:solidFill>
                  <a:srgbClr val="999999"/>
                </a:solidFill>
              </a:rPr>
              <a:t>{}</a:t>
            </a:r>
            <a:r>
              <a:rPr lang="en-US" sz="1800">
                <a:solidFill>
                  <a:schemeClr val="dk1"/>
                </a:solidFill>
              </a:rPr>
              <a:t> </a:t>
            </a:r>
            <a:r>
              <a:rPr lang="en-US" sz="1800">
                <a:solidFill>
                  <a:srgbClr val="708090"/>
                </a:solidFill>
              </a:rPr>
              <a:t>// Multiple parameters</a:t>
            </a:r>
            <a:endParaRPr sz="1800">
              <a:solidFill>
                <a:schemeClr val="dk1"/>
              </a:solidFill>
            </a:endParaRPr>
          </a:p>
          <a:p>
            <a:pPr marL="101600" lvl="0" indent="355600" algn="l" rtl="0">
              <a:lnSpc>
                <a:spcPct val="200000"/>
              </a:lnSpc>
              <a:spcBef>
                <a:spcPts val="1000"/>
              </a:spcBef>
              <a:spcAft>
                <a:spcPts val="0"/>
              </a:spcAft>
              <a:buNone/>
            </a:pPr>
            <a:r>
              <a:rPr lang="en-US" sz="1800">
                <a:solidFill>
                  <a:srgbClr val="0077AA"/>
                </a:solidFill>
              </a:rPr>
              <a:t>func</a:t>
            </a:r>
            <a:r>
              <a:rPr lang="en-US" sz="1800">
                <a:solidFill>
                  <a:schemeClr val="dk1"/>
                </a:solidFill>
              </a:rPr>
              <a:t> </a:t>
            </a:r>
            <a:r>
              <a:rPr lang="en-US" sz="1800">
                <a:solidFill>
                  <a:srgbClr val="DD4A68"/>
                </a:solidFill>
              </a:rPr>
              <a:t>baz</a:t>
            </a:r>
            <a:r>
              <a:rPr lang="en-US" sz="1800">
                <a:solidFill>
                  <a:srgbClr val="999999"/>
                </a:solidFill>
              </a:rPr>
              <a:t>(</a:t>
            </a:r>
            <a:r>
              <a:rPr lang="en-US" sz="1800">
                <a:solidFill>
                  <a:schemeClr val="dk1"/>
                </a:solidFill>
              </a:rPr>
              <a:t>foo</a:t>
            </a:r>
            <a:r>
              <a:rPr lang="en-US" sz="1800">
                <a:solidFill>
                  <a:srgbClr val="999999"/>
                </a:solidFill>
              </a:rPr>
              <a:t>,</a:t>
            </a:r>
            <a:r>
              <a:rPr lang="en-US" sz="1800">
                <a:solidFill>
                  <a:schemeClr val="dk1"/>
                </a:solidFill>
              </a:rPr>
              <a:t> bar </a:t>
            </a:r>
            <a:r>
              <a:rPr lang="en-US" sz="1800">
                <a:solidFill>
                  <a:srgbClr val="669900"/>
                </a:solidFill>
              </a:rPr>
              <a:t>string</a:t>
            </a:r>
            <a:r>
              <a:rPr lang="en-US" sz="1800">
                <a:solidFill>
                  <a:srgbClr val="999999"/>
                </a:solidFill>
              </a:rPr>
              <a:t>,</a:t>
            </a:r>
            <a:r>
              <a:rPr lang="en-US" sz="1800">
                <a:solidFill>
                  <a:schemeClr val="dk1"/>
                </a:solidFill>
              </a:rPr>
              <a:t> qux </a:t>
            </a:r>
            <a:r>
              <a:rPr lang="en-US" sz="1800">
                <a:solidFill>
                  <a:srgbClr val="669900"/>
                </a:solidFill>
              </a:rPr>
              <a:t>bool</a:t>
            </a:r>
            <a:r>
              <a:rPr lang="en-US" sz="1800">
                <a:solidFill>
                  <a:srgbClr val="999999"/>
                </a:solidFill>
              </a:rPr>
              <a:t>)</a:t>
            </a:r>
            <a:r>
              <a:rPr lang="en-US" sz="1800">
                <a:solidFill>
                  <a:schemeClr val="dk1"/>
                </a:solidFill>
              </a:rPr>
              <a:t> </a:t>
            </a:r>
            <a:r>
              <a:rPr lang="en-US" sz="1800">
                <a:solidFill>
                  <a:srgbClr val="999999"/>
                </a:solidFill>
              </a:rPr>
              <a:t>{}</a:t>
            </a:r>
            <a:r>
              <a:rPr lang="en-US" sz="1800">
                <a:solidFill>
                  <a:schemeClr val="dk1"/>
                </a:solidFill>
              </a:rPr>
              <a:t> </a:t>
            </a:r>
            <a:r>
              <a:rPr lang="en-US" sz="1800">
                <a:solidFill>
                  <a:srgbClr val="708090"/>
                </a:solidFill>
              </a:rPr>
              <a:t>// Shared type</a:t>
            </a:r>
            <a:endParaRPr sz="1800">
              <a:highlight>
                <a:srgbClr val="FFFFFF"/>
              </a:highlight>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338" name="Shape 338"/>
        <p:cNvGrpSpPr/>
        <p:nvPr/>
      </p:nvGrpSpPr>
      <p:grpSpPr>
        <a:xfrm>
          <a:off x="0" y="0"/>
          <a:ext cx="0" cy="0"/>
          <a:chOff x="0" y="0"/>
          <a:chExt cx="0" cy="0"/>
        </a:xfrm>
      </p:grpSpPr>
      <p:sp>
        <p:nvSpPr>
          <p:cNvPr id="339" name="Google Shape;339;p42"/>
          <p:cNvSpPr txBox="1"/>
          <p:nvPr>
            <p:ph type="title"/>
          </p:nvPr>
        </p:nvSpPr>
        <p:spPr>
          <a:xfrm>
            <a:off x="321144" y="246401"/>
            <a:ext cx="7340700" cy="86670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Clr>
                <a:schemeClr val="lt1"/>
              </a:buClr>
              <a:buSzPts val="3300"/>
              <a:buFont typeface="Roboto" panose="02000000000000000000"/>
              <a:buNone/>
            </a:pPr>
            <a:r>
              <a:rPr lang="en-US"/>
              <a:t>Function Values</a:t>
            </a:r>
            <a:endParaRPr lang="en-US"/>
          </a:p>
        </p:txBody>
      </p:sp>
      <p:pic>
        <p:nvPicPr>
          <p:cNvPr id="340" name="Google Shape;340;p42" descr="A picture containing drawing&#10;&#10;Description automatically generated"/>
          <p:cNvPicPr preferRelativeResize="0"/>
          <p:nvPr/>
        </p:nvPicPr>
        <p:blipFill rotWithShape="1">
          <a:blip r:embed="rId1"/>
          <a:srcRect/>
          <a:stretch>
            <a:fillRect/>
          </a:stretch>
        </p:blipFill>
        <p:spPr>
          <a:xfrm>
            <a:off x="8039153" y="1777905"/>
            <a:ext cx="757837" cy="687315"/>
          </a:xfrm>
          <a:prstGeom prst="rect">
            <a:avLst/>
          </a:prstGeom>
          <a:noFill/>
          <a:ln>
            <a:noFill/>
          </a:ln>
        </p:spPr>
      </p:pic>
      <p:pic>
        <p:nvPicPr>
          <p:cNvPr id="341" name="Google Shape;341;p42" descr="A picture containing drawing&#10;&#10;Description automatically generated"/>
          <p:cNvPicPr preferRelativeResize="0"/>
          <p:nvPr/>
        </p:nvPicPr>
        <p:blipFill rotWithShape="1">
          <a:blip r:embed="rId2"/>
          <a:srcRect/>
          <a:stretch>
            <a:fillRect/>
          </a:stretch>
        </p:blipFill>
        <p:spPr>
          <a:xfrm>
            <a:off x="7962803" y="2751247"/>
            <a:ext cx="910535" cy="893284"/>
          </a:xfrm>
          <a:prstGeom prst="rect">
            <a:avLst/>
          </a:prstGeom>
          <a:noFill/>
          <a:ln>
            <a:noFill/>
          </a:ln>
        </p:spPr>
      </p:pic>
      <p:pic>
        <p:nvPicPr>
          <p:cNvPr id="342" name="Google Shape;342;p42"/>
          <p:cNvPicPr preferRelativeResize="0"/>
          <p:nvPr/>
        </p:nvPicPr>
        <p:blipFill>
          <a:blip r:embed="rId3"/>
          <a:stretch>
            <a:fillRect/>
          </a:stretch>
        </p:blipFill>
        <p:spPr>
          <a:xfrm>
            <a:off x="992375" y="4773050"/>
            <a:ext cx="586850" cy="370450"/>
          </a:xfrm>
          <a:prstGeom prst="rect">
            <a:avLst/>
          </a:prstGeom>
          <a:noFill/>
          <a:ln>
            <a:noFill/>
          </a:ln>
        </p:spPr>
      </p:pic>
      <p:sp>
        <p:nvSpPr>
          <p:cNvPr id="343" name="Google Shape;343;p42"/>
          <p:cNvSpPr txBox="1"/>
          <p:nvPr/>
        </p:nvSpPr>
        <p:spPr>
          <a:xfrm>
            <a:off x="321150" y="1845650"/>
            <a:ext cx="7340700" cy="812700"/>
          </a:xfrm>
          <a:prstGeom prst="rect">
            <a:avLst/>
          </a:prstGeom>
          <a:noFill/>
          <a:ln>
            <a:noFill/>
          </a:ln>
        </p:spPr>
        <p:txBody>
          <a:bodyPr spcFirstLastPara="1" wrap="square" lIns="91425" tIns="91425" rIns="91425" bIns="91425" anchor="t" anchorCtr="0">
            <a:noAutofit/>
          </a:bodyPr>
          <a:lstStyle/>
          <a:p>
            <a:pPr marL="0" lvl="0" indent="457200" algn="l" rtl="0">
              <a:lnSpc>
                <a:spcPct val="200000"/>
              </a:lnSpc>
              <a:spcBef>
                <a:spcPts val="0"/>
              </a:spcBef>
              <a:spcAft>
                <a:spcPts val="0"/>
              </a:spcAft>
              <a:buNone/>
            </a:pPr>
            <a:r>
              <a:rPr lang="en-US" sz="1800">
                <a:solidFill>
                  <a:srgbClr val="0077AA"/>
                </a:solidFill>
                <a:highlight>
                  <a:srgbClr val="FFFFFF"/>
                </a:highlight>
              </a:rPr>
              <a:t>func</a:t>
            </a:r>
            <a:r>
              <a:rPr lang="en-US" sz="1800">
                <a:solidFill>
                  <a:schemeClr val="dk1"/>
                </a:solidFill>
                <a:highlight>
                  <a:srgbClr val="FFFFFF"/>
                </a:highlight>
              </a:rPr>
              <a:t> </a:t>
            </a:r>
            <a:r>
              <a:rPr lang="en-US" sz="1800">
                <a:solidFill>
                  <a:srgbClr val="DD4A68"/>
                </a:solidFill>
                <a:highlight>
                  <a:srgbClr val="FFFFFF"/>
                </a:highlight>
              </a:rPr>
              <a:t>main</a:t>
            </a:r>
            <a:r>
              <a:rPr lang="en-US" sz="1800">
                <a:solidFill>
                  <a:srgbClr val="999999"/>
                </a:solidFill>
                <a:highlight>
                  <a:srgbClr val="FFFFFF"/>
                </a:highlight>
              </a:rPr>
              <a:t>()</a:t>
            </a:r>
            <a:r>
              <a:rPr lang="en-US" sz="1800">
                <a:solidFill>
                  <a:schemeClr val="dk1"/>
                </a:solidFill>
                <a:highlight>
                  <a:srgbClr val="FFFFFF"/>
                </a:highlight>
              </a:rPr>
              <a:t> </a:t>
            </a:r>
            <a:r>
              <a:rPr lang="en-US" sz="1800">
                <a:solidFill>
                  <a:srgbClr val="999999"/>
                </a:solidFill>
                <a:highlight>
                  <a:srgbClr val="FFFFFF"/>
                </a:highlight>
              </a:rPr>
              <a:t>{} </a:t>
            </a:r>
            <a:r>
              <a:rPr lang="en-US" sz="1800">
                <a:solidFill>
                  <a:srgbClr val="708090"/>
                </a:solidFill>
                <a:highlight>
                  <a:srgbClr val="FFFFFF"/>
                </a:highlight>
              </a:rPr>
              <a:t>// NO value</a:t>
            </a:r>
            <a:endParaRPr sz="1800">
              <a:solidFill>
                <a:schemeClr val="dk1"/>
              </a:solidFill>
              <a:highlight>
                <a:srgbClr val="FFFFFF"/>
              </a:highlight>
            </a:endParaRPr>
          </a:p>
          <a:p>
            <a:pPr marL="457200" lvl="0" indent="0" algn="l" rtl="0">
              <a:lnSpc>
                <a:spcPct val="200000"/>
              </a:lnSpc>
              <a:spcBef>
                <a:spcPts val="1000"/>
              </a:spcBef>
              <a:spcAft>
                <a:spcPts val="0"/>
              </a:spcAft>
              <a:buNone/>
            </a:pPr>
            <a:r>
              <a:rPr lang="en-US" sz="1800">
                <a:solidFill>
                  <a:srgbClr val="0077AA"/>
                </a:solidFill>
                <a:highlight>
                  <a:srgbClr val="FFFFFF"/>
                </a:highlight>
              </a:rPr>
              <a:t>func</a:t>
            </a:r>
            <a:r>
              <a:rPr lang="en-US" sz="1800">
                <a:solidFill>
                  <a:schemeClr val="dk1"/>
                </a:solidFill>
                <a:highlight>
                  <a:srgbClr val="FFFFFF"/>
                </a:highlight>
              </a:rPr>
              <a:t> </a:t>
            </a:r>
            <a:r>
              <a:rPr lang="en-US" sz="1800">
                <a:solidFill>
                  <a:srgbClr val="DD4A68"/>
                </a:solidFill>
                <a:highlight>
                  <a:srgbClr val="FFFFFF"/>
                </a:highlight>
              </a:rPr>
              <a:t>foo</a:t>
            </a:r>
            <a:r>
              <a:rPr lang="en-US" sz="1800">
                <a:solidFill>
                  <a:srgbClr val="999999"/>
                </a:solidFill>
                <a:highlight>
                  <a:srgbClr val="FFFFFF"/>
                </a:highlight>
              </a:rPr>
              <a:t>()</a:t>
            </a:r>
            <a:r>
              <a:rPr lang="en-US" sz="1800">
                <a:solidFill>
                  <a:schemeClr val="dk1"/>
                </a:solidFill>
                <a:highlight>
                  <a:srgbClr val="FFFFFF"/>
                </a:highlight>
              </a:rPr>
              <a:t> </a:t>
            </a:r>
            <a:r>
              <a:rPr lang="en-US" sz="1800">
                <a:solidFill>
                  <a:srgbClr val="669900"/>
                </a:solidFill>
                <a:highlight>
                  <a:srgbClr val="FFFFFF"/>
                </a:highlight>
              </a:rPr>
              <a:t>int</a:t>
            </a:r>
            <a:r>
              <a:rPr lang="en-US" sz="1800">
                <a:solidFill>
                  <a:schemeClr val="dk1"/>
                </a:solidFill>
                <a:highlight>
                  <a:srgbClr val="FFFFFF"/>
                </a:highlight>
              </a:rPr>
              <a:t> </a:t>
            </a:r>
            <a:r>
              <a:rPr lang="en-US" sz="1800">
                <a:solidFill>
                  <a:srgbClr val="999999"/>
                </a:solidFill>
                <a:highlight>
                  <a:srgbClr val="FFFFFF"/>
                </a:highlight>
              </a:rPr>
              <a:t>{} </a:t>
            </a:r>
            <a:r>
              <a:rPr lang="en-US" sz="1800">
                <a:solidFill>
                  <a:srgbClr val="708090"/>
                </a:solidFill>
                <a:highlight>
                  <a:srgbClr val="FFFFFF"/>
                </a:highlight>
              </a:rPr>
              <a:t>// Single value</a:t>
            </a:r>
            <a:endParaRPr sz="1800">
              <a:solidFill>
                <a:schemeClr val="dk1"/>
              </a:solidFill>
              <a:highlight>
                <a:srgbClr val="FFFFFF"/>
              </a:highlight>
            </a:endParaRPr>
          </a:p>
          <a:p>
            <a:pPr marL="101600" lvl="0" indent="355600" algn="l" rtl="0">
              <a:lnSpc>
                <a:spcPct val="200000"/>
              </a:lnSpc>
              <a:spcBef>
                <a:spcPts val="1000"/>
              </a:spcBef>
              <a:spcAft>
                <a:spcPts val="0"/>
              </a:spcAft>
              <a:buNone/>
            </a:pPr>
            <a:r>
              <a:rPr lang="en-US" sz="1800">
                <a:solidFill>
                  <a:srgbClr val="0077AA"/>
                </a:solidFill>
                <a:highlight>
                  <a:srgbClr val="FFFFFF"/>
                </a:highlight>
              </a:rPr>
              <a:t>func</a:t>
            </a:r>
            <a:r>
              <a:rPr lang="en-US" sz="1800">
                <a:solidFill>
                  <a:schemeClr val="dk1"/>
                </a:solidFill>
                <a:highlight>
                  <a:srgbClr val="FFFFFF"/>
                </a:highlight>
              </a:rPr>
              <a:t> </a:t>
            </a:r>
            <a:r>
              <a:rPr lang="en-US" sz="1800">
                <a:solidFill>
                  <a:srgbClr val="DD4A68"/>
                </a:solidFill>
                <a:highlight>
                  <a:srgbClr val="FFFFFF"/>
                </a:highlight>
              </a:rPr>
              <a:t>bar</a:t>
            </a:r>
            <a:r>
              <a:rPr lang="en-US" sz="1800">
                <a:solidFill>
                  <a:srgbClr val="999999"/>
                </a:solidFill>
                <a:highlight>
                  <a:srgbClr val="FFFFFF"/>
                </a:highlight>
              </a:rPr>
              <a:t>()</a:t>
            </a:r>
            <a:r>
              <a:rPr lang="en-US" sz="1800">
                <a:solidFill>
                  <a:schemeClr val="dk1"/>
                </a:solidFill>
                <a:highlight>
                  <a:srgbClr val="FFFFFF"/>
                </a:highlight>
              </a:rPr>
              <a:t> </a:t>
            </a:r>
            <a:r>
              <a:rPr lang="en-US" sz="1800">
                <a:solidFill>
                  <a:srgbClr val="999999"/>
                </a:solidFill>
                <a:highlight>
                  <a:srgbClr val="FFFFFF"/>
                </a:highlight>
              </a:rPr>
              <a:t>(</a:t>
            </a:r>
            <a:r>
              <a:rPr lang="en-US" sz="1800">
                <a:solidFill>
                  <a:srgbClr val="669900"/>
                </a:solidFill>
                <a:highlight>
                  <a:srgbClr val="FFFFFF"/>
                </a:highlight>
              </a:rPr>
              <a:t>int</a:t>
            </a:r>
            <a:r>
              <a:rPr lang="en-US" sz="1800">
                <a:solidFill>
                  <a:srgbClr val="999999"/>
                </a:solidFill>
                <a:highlight>
                  <a:srgbClr val="FFFFFF"/>
                </a:highlight>
              </a:rPr>
              <a:t>,</a:t>
            </a:r>
            <a:r>
              <a:rPr lang="en-US" sz="1800">
                <a:solidFill>
                  <a:schemeClr val="dk1"/>
                </a:solidFill>
                <a:highlight>
                  <a:srgbClr val="FFFFFF"/>
                </a:highlight>
              </a:rPr>
              <a:t> </a:t>
            </a:r>
            <a:r>
              <a:rPr lang="en-US" sz="1800">
                <a:solidFill>
                  <a:srgbClr val="669900"/>
                </a:solidFill>
                <a:highlight>
                  <a:srgbClr val="FFFFFF"/>
                </a:highlight>
              </a:rPr>
              <a:t>string</a:t>
            </a:r>
            <a:r>
              <a:rPr lang="en-US" sz="1800">
                <a:solidFill>
                  <a:srgbClr val="999999"/>
                </a:solidFill>
                <a:highlight>
                  <a:srgbClr val="FFFFFF"/>
                </a:highlight>
              </a:rPr>
              <a:t>,</a:t>
            </a:r>
            <a:r>
              <a:rPr lang="en-US" sz="1800">
                <a:solidFill>
                  <a:schemeClr val="dk1"/>
                </a:solidFill>
                <a:highlight>
                  <a:srgbClr val="FFFFFF"/>
                </a:highlight>
              </a:rPr>
              <a:t> </a:t>
            </a:r>
            <a:r>
              <a:rPr lang="en-US" sz="1800">
                <a:solidFill>
                  <a:srgbClr val="669900"/>
                </a:solidFill>
                <a:highlight>
                  <a:srgbClr val="FFFFFF"/>
                </a:highlight>
              </a:rPr>
              <a:t>error</a:t>
            </a:r>
            <a:r>
              <a:rPr lang="en-US" sz="1800">
                <a:solidFill>
                  <a:srgbClr val="999999"/>
                </a:solidFill>
                <a:highlight>
                  <a:srgbClr val="FFFFFF"/>
                </a:highlight>
              </a:rPr>
              <a:t>)</a:t>
            </a:r>
            <a:r>
              <a:rPr lang="en-US" sz="1800">
                <a:solidFill>
                  <a:schemeClr val="dk1"/>
                </a:solidFill>
                <a:highlight>
                  <a:srgbClr val="FFFFFF"/>
                </a:highlight>
              </a:rPr>
              <a:t> </a:t>
            </a:r>
            <a:r>
              <a:rPr lang="en-US" sz="1800">
                <a:solidFill>
                  <a:srgbClr val="999999"/>
                </a:solidFill>
                <a:highlight>
                  <a:srgbClr val="FFFFFF"/>
                </a:highlight>
              </a:rPr>
              <a:t>{} </a:t>
            </a:r>
            <a:r>
              <a:rPr lang="en-US" sz="1800">
                <a:solidFill>
                  <a:srgbClr val="708090"/>
                </a:solidFill>
                <a:highlight>
                  <a:srgbClr val="FFFFFF"/>
                </a:highlight>
              </a:rPr>
              <a:t>// Multiple values</a:t>
            </a:r>
            <a:endParaRPr sz="1800">
              <a:solidFill>
                <a:srgbClr val="0077AA"/>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347" name="Shape 347"/>
        <p:cNvGrpSpPr/>
        <p:nvPr/>
      </p:nvGrpSpPr>
      <p:grpSpPr>
        <a:xfrm>
          <a:off x="0" y="0"/>
          <a:ext cx="0" cy="0"/>
          <a:chOff x="0" y="0"/>
          <a:chExt cx="0" cy="0"/>
        </a:xfrm>
      </p:grpSpPr>
      <p:sp>
        <p:nvSpPr>
          <p:cNvPr id="348" name="Google Shape;348;p43"/>
          <p:cNvSpPr txBox="1"/>
          <p:nvPr/>
        </p:nvSpPr>
        <p:spPr>
          <a:xfrm>
            <a:off x="321150" y="1845650"/>
            <a:ext cx="7340700" cy="812700"/>
          </a:xfrm>
          <a:prstGeom prst="rect">
            <a:avLst/>
          </a:prstGeom>
          <a:noFill/>
          <a:ln>
            <a:noFill/>
          </a:ln>
        </p:spPr>
        <p:txBody>
          <a:bodyPr spcFirstLastPara="1" wrap="square" lIns="91425" tIns="91425" rIns="91425" bIns="91425" anchor="t" anchorCtr="0">
            <a:noAutofit/>
          </a:bodyPr>
          <a:lstStyle/>
          <a:p>
            <a:pPr marL="457200" lvl="0" indent="-342900" algn="l" rtl="0">
              <a:lnSpc>
                <a:spcPct val="100000"/>
              </a:lnSpc>
              <a:spcBef>
                <a:spcPts val="0"/>
              </a:spcBef>
              <a:spcAft>
                <a:spcPts val="0"/>
              </a:spcAft>
              <a:buSzPts val="1800"/>
              <a:buChar char="●"/>
            </a:pPr>
            <a:r>
              <a:rPr lang="en-US" sz="1800">
                <a:highlight>
                  <a:srgbClr val="FFFFFF"/>
                </a:highlight>
              </a:rPr>
              <a:t>Every values returned by a function must be assigned</a:t>
            </a:r>
            <a:br>
              <a:rPr lang="en-US" sz="1800">
                <a:highlight>
                  <a:srgbClr val="FFFFFF"/>
                </a:highlight>
              </a:rPr>
            </a:br>
            <a:br>
              <a:rPr lang="en-US" sz="1800">
                <a:highlight>
                  <a:srgbClr val="FFFFFF"/>
                </a:highlight>
              </a:rPr>
            </a:br>
            <a:r>
              <a:rPr lang="en-US" sz="1800">
                <a:solidFill>
                  <a:schemeClr val="dk1"/>
                </a:solidFill>
                <a:highlight>
                  <a:srgbClr val="FFFFFF"/>
                </a:highlight>
              </a:rPr>
              <a:t> </a:t>
            </a:r>
            <a:r>
              <a:rPr lang="en-US" sz="1800">
                <a:solidFill>
                  <a:srgbClr val="708090"/>
                </a:solidFill>
                <a:highlight>
                  <a:srgbClr val="FFFFFF"/>
                </a:highlight>
              </a:rPr>
              <a:t>// os.Open returns a file descriptor and an error</a:t>
            </a:r>
            <a:br>
              <a:rPr lang="en-US" sz="1800">
                <a:highlight>
                  <a:srgbClr val="FFFFFF"/>
                </a:highlight>
              </a:rPr>
            </a:br>
            <a:r>
              <a:rPr lang="en-US" sz="1800">
                <a:solidFill>
                  <a:srgbClr val="0077AA"/>
                </a:solidFill>
                <a:highlight>
                  <a:srgbClr val="FFFFFF"/>
                </a:highlight>
              </a:rPr>
              <a:t>var</a:t>
            </a:r>
            <a:r>
              <a:rPr lang="en-US" sz="1800">
                <a:solidFill>
                  <a:schemeClr val="dk1"/>
                </a:solidFill>
                <a:highlight>
                  <a:srgbClr val="FFFFFF"/>
                </a:highlight>
              </a:rPr>
              <a:t> f</a:t>
            </a:r>
            <a:r>
              <a:rPr lang="en-US" sz="1800">
                <a:solidFill>
                  <a:srgbClr val="999999"/>
                </a:solidFill>
                <a:highlight>
                  <a:srgbClr val="FFFFFF"/>
                </a:highlight>
              </a:rPr>
              <a:t>,</a:t>
            </a:r>
            <a:r>
              <a:rPr lang="en-US" sz="1800">
                <a:solidFill>
                  <a:schemeClr val="dk1"/>
                </a:solidFill>
                <a:highlight>
                  <a:srgbClr val="FFFFFF"/>
                </a:highlight>
              </a:rPr>
              <a:t> err </a:t>
            </a:r>
            <a:r>
              <a:rPr lang="en-US" sz="1800">
                <a:solidFill>
                  <a:srgbClr val="9A6E3A"/>
                </a:solidFill>
                <a:highlight>
                  <a:srgbClr val="FFFFFF"/>
                </a:highlight>
              </a:rPr>
              <a:t>=</a:t>
            </a:r>
            <a:r>
              <a:rPr lang="en-US" sz="1800">
                <a:solidFill>
                  <a:schemeClr val="dk1"/>
                </a:solidFill>
                <a:highlight>
                  <a:srgbClr val="FFFFFF"/>
                </a:highlight>
              </a:rPr>
              <a:t> os</a:t>
            </a:r>
            <a:r>
              <a:rPr lang="en-US" sz="1800">
                <a:solidFill>
                  <a:srgbClr val="999999"/>
                </a:solidFill>
                <a:highlight>
                  <a:srgbClr val="FFFFFF"/>
                </a:highlight>
              </a:rPr>
              <a:t>.</a:t>
            </a:r>
            <a:r>
              <a:rPr lang="en-US" sz="1800">
                <a:solidFill>
                  <a:srgbClr val="DD4A68"/>
                </a:solidFill>
                <a:highlight>
                  <a:srgbClr val="FFFFFF"/>
                </a:highlight>
              </a:rPr>
              <a:t>Open</a:t>
            </a:r>
            <a:r>
              <a:rPr lang="en-US" sz="1800">
                <a:solidFill>
                  <a:srgbClr val="999999"/>
                </a:solidFill>
                <a:highlight>
                  <a:srgbClr val="FFFFFF"/>
                </a:highlight>
              </a:rPr>
              <a:t>(</a:t>
            </a:r>
            <a:r>
              <a:rPr lang="en-US" sz="1800">
                <a:solidFill>
                  <a:schemeClr val="dk1"/>
                </a:solidFill>
                <a:highlight>
                  <a:srgbClr val="FFFFFF"/>
                </a:highlight>
              </a:rPr>
              <a:t>name</a:t>
            </a:r>
            <a:r>
              <a:rPr lang="en-US" sz="1800">
                <a:solidFill>
                  <a:srgbClr val="999999"/>
                </a:solidFill>
                <a:highlight>
                  <a:srgbClr val="FFFFFF"/>
                </a:highlight>
              </a:rPr>
              <a:t>)</a:t>
            </a:r>
            <a:br>
              <a:rPr lang="en-US" sz="1800">
                <a:solidFill>
                  <a:srgbClr val="999999"/>
                </a:solidFill>
                <a:highlight>
                  <a:srgbClr val="FFFFFF"/>
                </a:highlight>
              </a:rPr>
            </a:br>
            <a:endParaRPr sz="1800">
              <a:solidFill>
                <a:srgbClr val="999999"/>
              </a:solidFill>
              <a:highlight>
                <a:srgbClr val="FFFFFF"/>
              </a:highlight>
            </a:endParaRPr>
          </a:p>
          <a:p>
            <a:pPr marL="457200" lvl="0" indent="-342900" algn="l" rtl="0">
              <a:lnSpc>
                <a:spcPct val="100000"/>
              </a:lnSpc>
              <a:spcBef>
                <a:spcPts val="1000"/>
              </a:spcBef>
              <a:spcAft>
                <a:spcPts val="0"/>
              </a:spcAft>
              <a:buSzPts val="1800"/>
              <a:buChar char="●"/>
            </a:pPr>
            <a:r>
              <a:rPr lang="en-US" sz="1800">
                <a:highlight>
                  <a:srgbClr val="FFFFFF"/>
                </a:highlight>
              </a:rPr>
              <a:t>Values can be omitted using the </a:t>
            </a:r>
            <a:r>
              <a:rPr lang="en-US" sz="1800" b="1">
                <a:highlight>
                  <a:srgbClr val="FFFFFF"/>
                </a:highlight>
              </a:rPr>
              <a:t>blank identifier</a:t>
            </a:r>
            <a:br>
              <a:rPr lang="en-US" sz="1800" b="1">
                <a:highlight>
                  <a:srgbClr val="FFFFFF"/>
                </a:highlight>
              </a:rPr>
            </a:br>
            <a:br>
              <a:rPr lang="en-US" sz="1800" b="1">
                <a:highlight>
                  <a:srgbClr val="FFFFFF"/>
                </a:highlight>
              </a:rPr>
            </a:br>
            <a:r>
              <a:rPr lang="en-US" sz="1800">
                <a:solidFill>
                  <a:srgbClr val="708090"/>
                </a:solidFill>
              </a:rPr>
              <a:t>// Omits HTTP response</a:t>
            </a:r>
            <a:endParaRPr sz="1800">
              <a:solidFill>
                <a:schemeClr val="dk1"/>
              </a:solidFill>
            </a:endParaRPr>
          </a:p>
          <a:p>
            <a:pPr marL="457200" lvl="0" indent="0" algn="l" rtl="0">
              <a:lnSpc>
                <a:spcPct val="100000"/>
              </a:lnSpc>
              <a:spcBef>
                <a:spcPts val="0"/>
              </a:spcBef>
              <a:spcAft>
                <a:spcPts val="0"/>
              </a:spcAft>
              <a:buNone/>
            </a:pPr>
            <a:r>
              <a:rPr lang="en-US" sz="1700">
                <a:solidFill>
                  <a:srgbClr val="0077AA"/>
                </a:solidFill>
              </a:rPr>
              <a:t>var</a:t>
            </a:r>
            <a:r>
              <a:rPr lang="en-US" sz="1700">
                <a:solidFill>
                  <a:schemeClr val="dk1"/>
                </a:solidFill>
              </a:rPr>
              <a:t> </a:t>
            </a:r>
            <a:r>
              <a:rPr lang="en-US" sz="1700">
                <a:solidFill>
                  <a:srgbClr val="990055"/>
                </a:solidFill>
              </a:rPr>
              <a:t>_</a:t>
            </a:r>
            <a:r>
              <a:rPr lang="en-US" sz="1700">
                <a:solidFill>
                  <a:srgbClr val="999999"/>
                </a:solidFill>
              </a:rPr>
              <a:t>,</a:t>
            </a:r>
            <a:r>
              <a:rPr lang="en-US" sz="1700">
                <a:solidFill>
                  <a:schemeClr val="dk1"/>
                </a:solidFill>
              </a:rPr>
              <a:t> err </a:t>
            </a:r>
            <a:r>
              <a:rPr lang="en-US" sz="1700">
                <a:solidFill>
                  <a:srgbClr val="9A6E3A"/>
                </a:solidFill>
              </a:rPr>
              <a:t>=</a:t>
            </a:r>
            <a:r>
              <a:rPr lang="en-US" sz="1700">
                <a:solidFill>
                  <a:schemeClr val="dk1"/>
                </a:solidFill>
              </a:rPr>
              <a:t> http</a:t>
            </a:r>
            <a:r>
              <a:rPr lang="en-US" sz="1700">
                <a:solidFill>
                  <a:srgbClr val="999999"/>
                </a:solidFill>
              </a:rPr>
              <a:t>.</a:t>
            </a:r>
            <a:r>
              <a:rPr lang="en-US" sz="1700">
                <a:solidFill>
                  <a:srgbClr val="DD4A68"/>
                </a:solidFill>
              </a:rPr>
              <a:t>Post</a:t>
            </a:r>
            <a:r>
              <a:rPr lang="en-US" sz="1700">
                <a:solidFill>
                  <a:srgbClr val="999999"/>
                </a:solidFill>
              </a:rPr>
              <a:t>(</a:t>
            </a:r>
            <a:r>
              <a:rPr lang="en-US" sz="1700">
                <a:solidFill>
                  <a:srgbClr val="669900"/>
                </a:solidFill>
              </a:rPr>
              <a:t>"</a:t>
            </a:r>
            <a:r>
              <a:rPr lang="en-US" sz="1700" u="sng">
                <a:solidFill>
                  <a:schemeClr val="hlink"/>
                </a:solidFill>
                <a:hlinkClick r:id="rId1"/>
              </a:rPr>
              <a:t>http://example.com/</a:t>
            </a:r>
            <a:r>
              <a:rPr lang="en-US" sz="1700">
                <a:solidFill>
                  <a:srgbClr val="669900"/>
                </a:solidFill>
              </a:rPr>
              <a:t>"</a:t>
            </a:r>
            <a:r>
              <a:rPr lang="en-US" sz="1700">
                <a:solidFill>
                  <a:srgbClr val="999999"/>
                </a:solidFill>
              </a:rPr>
              <a:t>, </a:t>
            </a:r>
            <a:r>
              <a:rPr lang="en-US" sz="1700">
                <a:solidFill>
                  <a:srgbClr val="669900"/>
                </a:solidFill>
              </a:rPr>
              <a:t>"application/json"</a:t>
            </a:r>
            <a:r>
              <a:rPr lang="en-US" sz="1700">
                <a:solidFill>
                  <a:srgbClr val="999999"/>
                </a:solidFill>
              </a:rPr>
              <a:t>,</a:t>
            </a:r>
            <a:r>
              <a:rPr lang="en-US" sz="1700">
                <a:solidFill>
                  <a:schemeClr val="dk1"/>
                </a:solidFill>
              </a:rPr>
              <a:t> </a:t>
            </a:r>
            <a:r>
              <a:rPr lang="en-US" sz="1700">
                <a:solidFill>
                  <a:srgbClr val="9A6E3A"/>
                </a:solidFill>
              </a:rPr>
              <a:t>&amp;</a:t>
            </a:r>
            <a:r>
              <a:rPr lang="en-US" sz="1700">
                <a:solidFill>
                  <a:schemeClr val="dk1"/>
                </a:solidFill>
              </a:rPr>
              <a:t>buf</a:t>
            </a:r>
            <a:r>
              <a:rPr lang="en-US" sz="1700">
                <a:solidFill>
                  <a:srgbClr val="999999"/>
                </a:solidFill>
              </a:rPr>
              <a:t>)</a:t>
            </a:r>
            <a:endParaRPr sz="1700">
              <a:solidFill>
                <a:srgbClr val="999999"/>
              </a:solidFill>
            </a:endParaRPr>
          </a:p>
          <a:p>
            <a:pPr marL="457200" lvl="0" indent="0" algn="l" rtl="0">
              <a:lnSpc>
                <a:spcPct val="100000"/>
              </a:lnSpc>
              <a:spcBef>
                <a:spcPts val="0"/>
              </a:spcBef>
              <a:spcAft>
                <a:spcPts val="0"/>
              </a:spcAft>
              <a:buNone/>
            </a:pPr>
            <a:endParaRPr sz="1800">
              <a:solidFill>
                <a:schemeClr val="dk1"/>
              </a:solidFill>
            </a:endParaRPr>
          </a:p>
        </p:txBody>
      </p:sp>
      <p:sp>
        <p:nvSpPr>
          <p:cNvPr id="349" name="Google Shape;349;p43"/>
          <p:cNvSpPr txBox="1"/>
          <p:nvPr>
            <p:ph type="title"/>
          </p:nvPr>
        </p:nvSpPr>
        <p:spPr>
          <a:xfrm>
            <a:off x="321144" y="246401"/>
            <a:ext cx="7340700" cy="86670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Clr>
                <a:schemeClr val="lt1"/>
              </a:buClr>
              <a:buSzPts val="3300"/>
              <a:buFont typeface="Roboto" panose="02000000000000000000"/>
              <a:buNone/>
            </a:pPr>
            <a:r>
              <a:rPr lang="en-US"/>
              <a:t>Function Values</a:t>
            </a:r>
            <a:endParaRPr lang="en-US"/>
          </a:p>
        </p:txBody>
      </p:sp>
      <p:pic>
        <p:nvPicPr>
          <p:cNvPr id="350" name="Google Shape;350;p43" descr="A picture containing drawing&#10;&#10;Description automatically generated"/>
          <p:cNvPicPr preferRelativeResize="0"/>
          <p:nvPr/>
        </p:nvPicPr>
        <p:blipFill rotWithShape="1">
          <a:blip r:embed="rId2"/>
          <a:srcRect/>
          <a:stretch>
            <a:fillRect/>
          </a:stretch>
        </p:blipFill>
        <p:spPr>
          <a:xfrm>
            <a:off x="8039153" y="1777905"/>
            <a:ext cx="757837" cy="687315"/>
          </a:xfrm>
          <a:prstGeom prst="rect">
            <a:avLst/>
          </a:prstGeom>
          <a:noFill/>
          <a:ln>
            <a:noFill/>
          </a:ln>
        </p:spPr>
      </p:pic>
      <p:pic>
        <p:nvPicPr>
          <p:cNvPr id="351" name="Google Shape;351;p43" descr="A picture containing drawing&#10;&#10;Description automatically generated"/>
          <p:cNvPicPr preferRelativeResize="0"/>
          <p:nvPr/>
        </p:nvPicPr>
        <p:blipFill rotWithShape="1">
          <a:blip r:embed="rId3"/>
          <a:srcRect/>
          <a:stretch>
            <a:fillRect/>
          </a:stretch>
        </p:blipFill>
        <p:spPr>
          <a:xfrm>
            <a:off x="7962803" y="2751247"/>
            <a:ext cx="910535" cy="893284"/>
          </a:xfrm>
          <a:prstGeom prst="rect">
            <a:avLst/>
          </a:prstGeom>
          <a:noFill/>
          <a:ln>
            <a:noFill/>
          </a:ln>
        </p:spPr>
      </p:pic>
      <p:pic>
        <p:nvPicPr>
          <p:cNvPr id="352" name="Google Shape;352;p43"/>
          <p:cNvPicPr preferRelativeResize="0"/>
          <p:nvPr/>
        </p:nvPicPr>
        <p:blipFill>
          <a:blip r:embed="rId4"/>
          <a:stretch>
            <a:fillRect/>
          </a:stretch>
        </p:blipFill>
        <p:spPr>
          <a:xfrm>
            <a:off x="992375" y="4773050"/>
            <a:ext cx="586850" cy="37045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356" name="Shape 356"/>
        <p:cNvGrpSpPr/>
        <p:nvPr/>
      </p:nvGrpSpPr>
      <p:grpSpPr>
        <a:xfrm>
          <a:off x="0" y="0"/>
          <a:ext cx="0" cy="0"/>
          <a:chOff x="0" y="0"/>
          <a:chExt cx="0" cy="0"/>
        </a:xfrm>
      </p:grpSpPr>
      <p:sp>
        <p:nvSpPr>
          <p:cNvPr id="357" name="Google Shape;357;p44"/>
          <p:cNvSpPr txBox="1"/>
          <p:nvPr>
            <p:ph type="title"/>
          </p:nvPr>
        </p:nvSpPr>
        <p:spPr>
          <a:xfrm>
            <a:off x="321144" y="246401"/>
            <a:ext cx="7340700" cy="86670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Clr>
                <a:schemeClr val="lt1"/>
              </a:buClr>
              <a:buSzPts val="3300"/>
              <a:buFont typeface="Roboto" panose="02000000000000000000"/>
              <a:buNone/>
            </a:pPr>
            <a:r>
              <a:rPr lang="en-US"/>
              <a:t>Function </a:t>
            </a:r>
            <a:r>
              <a:rPr lang="en-US"/>
              <a:t>🧪</a:t>
            </a:r>
            <a:endParaRPr lang="en-US"/>
          </a:p>
        </p:txBody>
      </p:sp>
      <p:pic>
        <p:nvPicPr>
          <p:cNvPr id="358" name="Google Shape;358;p44" descr="A picture containing drawing&#10;&#10;Description automatically generated"/>
          <p:cNvPicPr preferRelativeResize="0"/>
          <p:nvPr/>
        </p:nvPicPr>
        <p:blipFill rotWithShape="1">
          <a:blip r:embed="rId1"/>
          <a:srcRect/>
          <a:stretch>
            <a:fillRect/>
          </a:stretch>
        </p:blipFill>
        <p:spPr>
          <a:xfrm>
            <a:off x="8039153" y="1777905"/>
            <a:ext cx="757837" cy="687315"/>
          </a:xfrm>
          <a:prstGeom prst="rect">
            <a:avLst/>
          </a:prstGeom>
          <a:noFill/>
          <a:ln>
            <a:noFill/>
          </a:ln>
        </p:spPr>
      </p:pic>
      <p:pic>
        <p:nvPicPr>
          <p:cNvPr id="359" name="Google Shape;359;p44" descr="A picture containing drawing&#10;&#10;Description automatically generated"/>
          <p:cNvPicPr preferRelativeResize="0"/>
          <p:nvPr/>
        </p:nvPicPr>
        <p:blipFill rotWithShape="1">
          <a:blip r:embed="rId2"/>
          <a:srcRect/>
          <a:stretch>
            <a:fillRect/>
          </a:stretch>
        </p:blipFill>
        <p:spPr>
          <a:xfrm>
            <a:off x="7962803" y="2751247"/>
            <a:ext cx="910535" cy="893284"/>
          </a:xfrm>
          <a:prstGeom prst="rect">
            <a:avLst/>
          </a:prstGeom>
          <a:noFill/>
          <a:ln>
            <a:noFill/>
          </a:ln>
        </p:spPr>
      </p:pic>
      <p:pic>
        <p:nvPicPr>
          <p:cNvPr id="360" name="Google Shape;360;p44"/>
          <p:cNvPicPr preferRelativeResize="0"/>
          <p:nvPr/>
        </p:nvPicPr>
        <p:blipFill>
          <a:blip r:embed="rId3"/>
          <a:stretch>
            <a:fillRect/>
          </a:stretch>
        </p:blipFill>
        <p:spPr>
          <a:xfrm>
            <a:off x="992375" y="4773050"/>
            <a:ext cx="586850" cy="370450"/>
          </a:xfrm>
          <a:prstGeom prst="rect">
            <a:avLst/>
          </a:prstGeom>
          <a:noFill/>
          <a:ln>
            <a:noFill/>
          </a:ln>
        </p:spPr>
      </p:pic>
      <p:sp>
        <p:nvSpPr>
          <p:cNvPr id="361" name="Google Shape;361;p44"/>
          <p:cNvSpPr txBox="1"/>
          <p:nvPr/>
        </p:nvSpPr>
        <p:spPr>
          <a:xfrm>
            <a:off x="321150" y="1845650"/>
            <a:ext cx="7340700" cy="81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i="1">
                <a:highlight>
                  <a:srgbClr val="FFFFFF"/>
                </a:highlight>
              </a:rPr>
              <a:t>⏳ 5 min</a:t>
            </a:r>
            <a:endParaRPr i="1">
              <a:highlight>
                <a:srgbClr val="FFFFFF"/>
              </a:highlight>
            </a:endParaRPr>
          </a:p>
          <a:p>
            <a:pPr marL="0" lvl="0" indent="0" algn="l" rtl="0">
              <a:spcBef>
                <a:spcPts val="1000"/>
              </a:spcBef>
              <a:spcAft>
                <a:spcPts val="0"/>
              </a:spcAft>
              <a:buNone/>
            </a:pPr>
            <a:r>
              <a:rPr lang="en-US" sz="1800">
                <a:highlight>
                  <a:srgbClr val="FFFFFF"/>
                </a:highlight>
              </a:rPr>
              <a:t>Create a function called </a:t>
            </a:r>
            <a:r>
              <a:rPr lang="en-US" sz="1800" b="1">
                <a:highlight>
                  <a:srgbClr val="FFFFFF"/>
                </a:highlight>
              </a:rPr>
              <a:t>Hello</a:t>
            </a:r>
            <a:r>
              <a:rPr lang="en-US" sz="1800">
                <a:highlight>
                  <a:srgbClr val="FFFFFF"/>
                </a:highlight>
              </a:rPr>
              <a:t> that accepts one argument called </a:t>
            </a:r>
            <a:r>
              <a:rPr lang="en-US" sz="1800" b="1">
                <a:highlight>
                  <a:srgbClr val="FFFFFF"/>
                </a:highlight>
              </a:rPr>
              <a:t>name</a:t>
            </a:r>
            <a:r>
              <a:rPr lang="en-US" sz="1800">
                <a:highlight>
                  <a:srgbClr val="FFFFFF"/>
                </a:highlight>
              </a:rPr>
              <a:t> and returns a string saying “Hello” to the value of </a:t>
            </a:r>
            <a:r>
              <a:rPr lang="en-US" sz="1800" i="1">
                <a:highlight>
                  <a:srgbClr val="FFFFFF"/>
                </a:highlight>
              </a:rPr>
              <a:t>world</a:t>
            </a:r>
            <a:r>
              <a:rPr lang="en-US" sz="1800" b="1" i="1">
                <a:highlight>
                  <a:srgbClr val="FFFFFF"/>
                </a:highlight>
              </a:rPr>
              <a:t>.</a:t>
            </a:r>
            <a:endParaRPr sz="1800">
              <a:solidFill>
                <a:schemeClr val="dk1"/>
              </a:solidFill>
              <a:highlight>
                <a:srgbClr val="FFFFFF"/>
              </a:highlight>
            </a:endParaRPr>
          </a:p>
          <a:p>
            <a:pPr marL="101600" lvl="0" indent="0" algn="l" rtl="0">
              <a:lnSpc>
                <a:spcPct val="120000"/>
              </a:lnSpc>
              <a:spcBef>
                <a:spcPts val="1000"/>
              </a:spcBef>
              <a:spcAft>
                <a:spcPts val="0"/>
              </a:spcAft>
              <a:buNone/>
            </a:pPr>
            <a:endParaRPr sz="1800">
              <a:solidFill>
                <a:schemeClr val="dk1"/>
              </a:solidFill>
              <a:highlight>
                <a:srgbClr val="FFFFFF"/>
              </a:highlight>
            </a:endParaRPr>
          </a:p>
          <a:p>
            <a:pPr marL="101600" lvl="0" indent="0" algn="l" rtl="0">
              <a:lnSpc>
                <a:spcPct val="120000"/>
              </a:lnSpc>
              <a:spcBef>
                <a:spcPts val="0"/>
              </a:spcBef>
              <a:spcAft>
                <a:spcPts val="0"/>
              </a:spcAft>
              <a:buNone/>
            </a:pPr>
            <a:r>
              <a:rPr lang="en-US" sz="1800">
                <a:solidFill>
                  <a:schemeClr val="dk1"/>
                </a:solidFill>
                <a:highlight>
                  <a:srgbClr val="FFFFFF"/>
                </a:highlight>
              </a:rPr>
              <a:t>💻 </a:t>
            </a:r>
            <a:r>
              <a:rPr lang="en-US" sz="1800" u="sng">
                <a:solidFill>
                  <a:schemeClr val="hlink"/>
                </a:solidFill>
                <a:highlight>
                  <a:srgbClr val="FFFFFF"/>
                </a:highlight>
                <a:hlinkClick r:id="rId4"/>
              </a:rPr>
              <a:t>https://play.golang.org/p/XJMilpAamUv</a:t>
            </a:r>
            <a:endParaRPr sz="1800">
              <a:solidFill>
                <a:schemeClr val="dk1"/>
              </a:solidFill>
              <a:highlight>
                <a:srgbClr val="FFFFFF"/>
              </a:highlight>
            </a:endParaRPr>
          </a:p>
          <a:p>
            <a:pPr marL="101600" lvl="0" indent="0" algn="l" rtl="0">
              <a:lnSpc>
                <a:spcPct val="120000"/>
              </a:lnSpc>
              <a:spcBef>
                <a:spcPts val="0"/>
              </a:spcBef>
              <a:spcAft>
                <a:spcPts val="0"/>
              </a:spcAft>
              <a:buNone/>
            </a:pPr>
            <a:endParaRPr sz="1800">
              <a:solidFill>
                <a:schemeClr val="dk1"/>
              </a:solidFill>
              <a:highlight>
                <a:srgbClr val="FFFFFF"/>
              </a:highlight>
            </a:endParaRPr>
          </a:p>
          <a:p>
            <a:pPr marL="101600" lvl="0" indent="0" algn="l" rtl="0">
              <a:lnSpc>
                <a:spcPct val="120000"/>
              </a:lnSpc>
              <a:spcBef>
                <a:spcPts val="0"/>
              </a:spcBef>
              <a:spcAft>
                <a:spcPts val="0"/>
              </a:spcAft>
              <a:buNone/>
            </a:pPr>
            <a:r>
              <a:rPr lang="en-US" sz="1800">
                <a:solidFill>
                  <a:schemeClr val="dk1"/>
                </a:solidFill>
                <a:highlight>
                  <a:srgbClr val="FFFFFF"/>
                </a:highlight>
              </a:rPr>
              <a:t>✅ </a:t>
            </a:r>
            <a:r>
              <a:rPr lang="en-US" sz="1800" u="sng">
                <a:solidFill>
                  <a:schemeClr val="hlink"/>
                </a:solidFill>
                <a:highlight>
                  <a:srgbClr val="FFFFFF"/>
                </a:highlight>
                <a:hlinkClick r:id="rId5"/>
              </a:rPr>
              <a:t>https://play.golang.org/p/KxsFsXN22rl</a:t>
            </a:r>
            <a:endParaRPr sz="1800">
              <a:solidFill>
                <a:schemeClr val="dk1"/>
              </a:solidFill>
              <a:highlight>
                <a:srgbClr val="FFFFFF"/>
              </a:highlight>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365" name="Shape 365"/>
        <p:cNvGrpSpPr/>
        <p:nvPr/>
      </p:nvGrpSpPr>
      <p:grpSpPr>
        <a:xfrm>
          <a:off x="0" y="0"/>
          <a:ext cx="0" cy="0"/>
          <a:chOff x="0" y="0"/>
          <a:chExt cx="0" cy="0"/>
        </a:xfrm>
      </p:grpSpPr>
      <p:sp>
        <p:nvSpPr>
          <p:cNvPr id="366" name="Google Shape;366;p45"/>
          <p:cNvSpPr txBox="1"/>
          <p:nvPr/>
        </p:nvSpPr>
        <p:spPr>
          <a:xfrm>
            <a:off x="321150" y="1845650"/>
            <a:ext cx="7340700" cy="812700"/>
          </a:xfrm>
          <a:prstGeom prst="rect">
            <a:avLst/>
          </a:prstGeom>
          <a:noFill/>
          <a:ln>
            <a:noFill/>
          </a:ln>
        </p:spPr>
        <p:txBody>
          <a:bodyPr spcFirstLastPara="1" wrap="square" lIns="91425" tIns="91425" rIns="91425" bIns="91425" anchor="t" anchorCtr="0">
            <a:noAutofit/>
          </a:bodyPr>
          <a:lstStyle/>
          <a:p>
            <a:pPr marL="457200" lvl="0" indent="-342900" algn="l" rtl="0">
              <a:lnSpc>
                <a:spcPct val="150000"/>
              </a:lnSpc>
              <a:spcBef>
                <a:spcPts val="0"/>
              </a:spcBef>
              <a:spcAft>
                <a:spcPts val="0"/>
              </a:spcAft>
              <a:buSzPts val="1800"/>
              <a:buChar char="●"/>
            </a:pPr>
            <a:r>
              <a:rPr lang="en-US" sz="1800">
                <a:highlight>
                  <a:srgbClr val="FFFFFF"/>
                </a:highlight>
              </a:rPr>
              <a:t>Errors are always the last returned value of a function</a:t>
            </a:r>
            <a:endParaRPr sz="1800">
              <a:highlight>
                <a:srgbClr val="FFFFFF"/>
              </a:highlight>
            </a:endParaRPr>
          </a:p>
          <a:p>
            <a:pPr marL="457200" lvl="0" indent="-342900" algn="l" rtl="0">
              <a:lnSpc>
                <a:spcPct val="100000"/>
              </a:lnSpc>
              <a:spcBef>
                <a:spcPts val="0"/>
              </a:spcBef>
              <a:spcAft>
                <a:spcPts val="0"/>
              </a:spcAft>
              <a:buSzPts val="1800"/>
              <a:buChar char="●"/>
            </a:pPr>
            <a:r>
              <a:rPr lang="en-US" sz="1800">
                <a:highlight>
                  <a:srgbClr val="FFFFFF"/>
                </a:highlight>
              </a:rPr>
              <a:t>They are of type </a:t>
            </a:r>
            <a:r>
              <a:rPr lang="en-US" sz="1800" b="1">
                <a:highlight>
                  <a:srgbClr val="FFFFFF"/>
                </a:highlight>
              </a:rPr>
              <a:t>error</a:t>
            </a:r>
            <a:r>
              <a:rPr lang="en-US" sz="1800">
                <a:highlight>
                  <a:srgbClr val="FFFFFF"/>
                </a:highlight>
              </a:rPr>
              <a:t> and can be compared to </a:t>
            </a:r>
            <a:r>
              <a:rPr lang="en-US" sz="1800" b="1">
                <a:highlight>
                  <a:srgbClr val="FFFFFF"/>
                </a:highlight>
              </a:rPr>
              <a:t>nil</a:t>
            </a:r>
            <a:br>
              <a:rPr lang="en-US" sz="1800" b="1">
                <a:highlight>
                  <a:srgbClr val="FFFFFF"/>
                </a:highlight>
              </a:rPr>
            </a:br>
            <a:br>
              <a:rPr lang="en-US" sz="1800" b="1">
                <a:highlight>
                  <a:srgbClr val="FFFFFF"/>
                </a:highlight>
              </a:rPr>
            </a:br>
            <a:r>
              <a:rPr lang="en-US" sz="1800">
                <a:solidFill>
                  <a:srgbClr val="0077AA"/>
                </a:solidFill>
                <a:highlight>
                  <a:srgbClr val="FFFFFF"/>
                </a:highlight>
              </a:rPr>
              <a:t>func</a:t>
            </a:r>
            <a:r>
              <a:rPr lang="en-US" sz="1800">
                <a:solidFill>
                  <a:schemeClr val="dk1"/>
                </a:solidFill>
                <a:highlight>
                  <a:srgbClr val="FFFFFF"/>
                </a:highlight>
              </a:rPr>
              <a:t> </a:t>
            </a:r>
            <a:r>
              <a:rPr lang="en-US" sz="1800">
                <a:solidFill>
                  <a:srgbClr val="DD4A68"/>
                </a:solidFill>
                <a:highlight>
                  <a:srgbClr val="FFFFFF"/>
                </a:highlight>
              </a:rPr>
              <a:t>PrintHelloWorld</a:t>
            </a:r>
            <a:r>
              <a:rPr lang="en-US" sz="1800">
                <a:solidFill>
                  <a:srgbClr val="999999"/>
                </a:solidFill>
                <a:highlight>
                  <a:srgbClr val="FFFFFF"/>
                </a:highlight>
              </a:rPr>
              <a:t>()</a:t>
            </a:r>
            <a:r>
              <a:rPr lang="en-US" sz="1800">
                <a:solidFill>
                  <a:schemeClr val="dk1"/>
                </a:solidFill>
                <a:highlight>
                  <a:srgbClr val="FFFFFF"/>
                </a:highlight>
              </a:rPr>
              <a:t> </a:t>
            </a:r>
            <a:r>
              <a:rPr lang="en-US" sz="1800">
                <a:solidFill>
                  <a:srgbClr val="669900"/>
                </a:solidFill>
                <a:highlight>
                  <a:srgbClr val="FFFFFF"/>
                </a:highlight>
              </a:rPr>
              <a:t>error</a:t>
            </a:r>
            <a:r>
              <a:rPr lang="en-US" sz="1800">
                <a:solidFill>
                  <a:schemeClr val="dk1"/>
                </a:solidFill>
                <a:highlight>
                  <a:srgbClr val="FFFFFF"/>
                </a:highlight>
              </a:rPr>
              <a:t> </a:t>
            </a:r>
            <a:r>
              <a:rPr lang="en-US" sz="1800">
                <a:solidFill>
                  <a:srgbClr val="999999"/>
                </a:solidFill>
                <a:highlight>
                  <a:srgbClr val="FFFFFF"/>
                </a:highlight>
              </a:rPr>
              <a:t>{</a:t>
            </a:r>
            <a:endParaRPr sz="1800">
              <a:solidFill>
                <a:schemeClr val="dk1"/>
              </a:solidFill>
            </a:endParaRPr>
          </a:p>
          <a:p>
            <a:pPr marL="457200" lvl="0" indent="0" algn="l" rtl="0">
              <a:lnSpc>
                <a:spcPct val="100000"/>
              </a:lnSpc>
              <a:spcBef>
                <a:spcPts val="0"/>
              </a:spcBef>
              <a:spcAft>
                <a:spcPts val="0"/>
              </a:spcAft>
              <a:buNone/>
            </a:pPr>
            <a:r>
              <a:rPr lang="en-US" sz="1800">
                <a:solidFill>
                  <a:schemeClr val="dk1"/>
                </a:solidFill>
              </a:rPr>
              <a:t>  </a:t>
            </a:r>
            <a:r>
              <a:rPr lang="en-US" sz="1800">
                <a:solidFill>
                  <a:srgbClr val="990055"/>
                </a:solidFill>
              </a:rPr>
              <a:t>_</a:t>
            </a:r>
            <a:r>
              <a:rPr lang="en-US" sz="1800">
                <a:solidFill>
                  <a:srgbClr val="999999"/>
                </a:solidFill>
              </a:rPr>
              <a:t>,</a:t>
            </a:r>
            <a:r>
              <a:rPr lang="en-US" sz="1800">
                <a:solidFill>
                  <a:schemeClr val="dk1"/>
                </a:solidFill>
              </a:rPr>
              <a:t> err :</a:t>
            </a:r>
            <a:r>
              <a:rPr lang="en-US" sz="1800">
                <a:solidFill>
                  <a:srgbClr val="9A6E3A"/>
                </a:solidFill>
              </a:rPr>
              <a:t>=</a:t>
            </a:r>
            <a:r>
              <a:rPr lang="en-US" sz="1800">
                <a:solidFill>
                  <a:schemeClr val="dk1"/>
                </a:solidFill>
              </a:rPr>
              <a:t> fmt</a:t>
            </a:r>
            <a:r>
              <a:rPr lang="en-US" sz="1800">
                <a:solidFill>
                  <a:srgbClr val="999999"/>
                </a:solidFill>
              </a:rPr>
              <a:t>.</a:t>
            </a:r>
            <a:r>
              <a:rPr lang="en-US" sz="1800">
                <a:solidFill>
                  <a:srgbClr val="DD4A68"/>
                </a:solidFill>
              </a:rPr>
              <a:t>Println</a:t>
            </a:r>
            <a:r>
              <a:rPr lang="en-US" sz="1800">
                <a:solidFill>
                  <a:srgbClr val="999999"/>
                </a:solidFill>
              </a:rPr>
              <a:t>(</a:t>
            </a:r>
            <a:r>
              <a:rPr lang="en-US" sz="1800">
                <a:solidFill>
                  <a:srgbClr val="669900"/>
                </a:solidFill>
              </a:rPr>
              <a:t>"Hello world"</a:t>
            </a:r>
            <a:r>
              <a:rPr lang="en-US" sz="1800">
                <a:solidFill>
                  <a:srgbClr val="999999"/>
                </a:solidFill>
              </a:rPr>
              <a:t>)</a:t>
            </a:r>
            <a:endParaRPr sz="1800">
              <a:solidFill>
                <a:schemeClr val="dk1"/>
              </a:solidFill>
            </a:endParaRPr>
          </a:p>
          <a:p>
            <a:pPr marL="457200" lvl="0" indent="0" algn="l" rtl="0">
              <a:lnSpc>
                <a:spcPct val="100000"/>
              </a:lnSpc>
              <a:spcBef>
                <a:spcPts val="0"/>
              </a:spcBef>
              <a:spcAft>
                <a:spcPts val="0"/>
              </a:spcAft>
              <a:buNone/>
            </a:pPr>
            <a:r>
              <a:rPr lang="en-US" sz="1800">
                <a:solidFill>
                  <a:schemeClr val="dk1"/>
                </a:solidFill>
              </a:rPr>
              <a:t>  </a:t>
            </a:r>
            <a:r>
              <a:rPr lang="en-US" sz="1800">
                <a:solidFill>
                  <a:srgbClr val="0077AA"/>
                </a:solidFill>
              </a:rPr>
              <a:t>if</a:t>
            </a:r>
            <a:r>
              <a:rPr lang="en-US" sz="1800">
                <a:solidFill>
                  <a:schemeClr val="dk1"/>
                </a:solidFill>
              </a:rPr>
              <a:t> err </a:t>
            </a:r>
            <a:r>
              <a:rPr lang="en-US" sz="1800">
                <a:solidFill>
                  <a:srgbClr val="9A6E3A"/>
                </a:solidFill>
              </a:rPr>
              <a:t>!=</a:t>
            </a:r>
            <a:r>
              <a:rPr lang="en-US" sz="1800">
                <a:solidFill>
                  <a:schemeClr val="dk1"/>
                </a:solidFill>
              </a:rPr>
              <a:t> </a:t>
            </a:r>
            <a:r>
              <a:rPr lang="en-US" sz="1800">
                <a:solidFill>
                  <a:srgbClr val="990055"/>
                </a:solidFill>
              </a:rPr>
              <a:t>nil</a:t>
            </a:r>
            <a:r>
              <a:rPr lang="en-US" sz="1800">
                <a:solidFill>
                  <a:schemeClr val="dk1"/>
                </a:solidFill>
              </a:rPr>
              <a:t> </a:t>
            </a:r>
            <a:r>
              <a:rPr lang="en-US" sz="1800">
                <a:solidFill>
                  <a:srgbClr val="999999"/>
                </a:solidFill>
              </a:rPr>
              <a:t>{</a:t>
            </a:r>
            <a:r>
              <a:rPr lang="en-US" sz="1800">
                <a:solidFill>
                  <a:schemeClr val="dk1"/>
                </a:solidFill>
              </a:rPr>
              <a:t> </a:t>
            </a:r>
            <a:r>
              <a:rPr lang="en-US" sz="1800">
                <a:solidFill>
                  <a:srgbClr val="708090"/>
                </a:solidFill>
              </a:rPr>
              <a:t>// An error occurred</a:t>
            </a:r>
            <a:endParaRPr sz="1800">
              <a:solidFill>
                <a:schemeClr val="dk1"/>
              </a:solidFill>
            </a:endParaRPr>
          </a:p>
          <a:p>
            <a:pPr marL="457200" lvl="0" indent="0" algn="l" rtl="0">
              <a:lnSpc>
                <a:spcPct val="100000"/>
              </a:lnSpc>
              <a:spcBef>
                <a:spcPts val="0"/>
              </a:spcBef>
              <a:spcAft>
                <a:spcPts val="0"/>
              </a:spcAft>
              <a:buNone/>
            </a:pPr>
            <a:r>
              <a:rPr lang="en-US" sz="1800">
                <a:solidFill>
                  <a:schemeClr val="dk1"/>
                </a:solidFill>
              </a:rPr>
              <a:t>    </a:t>
            </a:r>
            <a:r>
              <a:rPr lang="en-US" sz="1800">
                <a:solidFill>
                  <a:srgbClr val="0077AA"/>
                </a:solidFill>
              </a:rPr>
              <a:t>return</a:t>
            </a:r>
            <a:r>
              <a:rPr lang="en-US" sz="1800">
                <a:solidFill>
                  <a:schemeClr val="dk1"/>
                </a:solidFill>
              </a:rPr>
              <a:t> err</a:t>
            </a:r>
            <a:endParaRPr sz="1800">
              <a:solidFill>
                <a:schemeClr val="dk1"/>
              </a:solidFill>
            </a:endParaRPr>
          </a:p>
          <a:p>
            <a:pPr marL="457200" lvl="0" indent="0" algn="l" rtl="0">
              <a:lnSpc>
                <a:spcPct val="100000"/>
              </a:lnSpc>
              <a:spcBef>
                <a:spcPts val="0"/>
              </a:spcBef>
              <a:spcAft>
                <a:spcPts val="0"/>
              </a:spcAft>
              <a:buNone/>
            </a:pPr>
            <a:r>
              <a:rPr lang="en-US" sz="1800">
                <a:solidFill>
                  <a:schemeClr val="dk1"/>
                </a:solidFill>
              </a:rPr>
              <a:t>  </a:t>
            </a:r>
            <a:r>
              <a:rPr lang="en-US" sz="1800">
                <a:solidFill>
                  <a:srgbClr val="999999"/>
                </a:solidFill>
              </a:rPr>
              <a:t>}</a:t>
            </a:r>
            <a:endParaRPr sz="1800">
              <a:solidFill>
                <a:schemeClr val="dk1"/>
              </a:solidFill>
            </a:endParaRPr>
          </a:p>
          <a:p>
            <a:pPr marL="457200" lvl="0" indent="0" algn="l" rtl="0">
              <a:lnSpc>
                <a:spcPct val="100000"/>
              </a:lnSpc>
              <a:spcBef>
                <a:spcPts val="0"/>
              </a:spcBef>
              <a:spcAft>
                <a:spcPts val="0"/>
              </a:spcAft>
              <a:buNone/>
            </a:pPr>
            <a:r>
              <a:rPr lang="en-US" sz="1800">
                <a:solidFill>
                  <a:schemeClr val="dk1"/>
                </a:solidFill>
              </a:rPr>
              <a:t>  </a:t>
            </a:r>
            <a:r>
              <a:rPr lang="en-US" sz="1800">
                <a:solidFill>
                  <a:srgbClr val="0077AA"/>
                </a:solidFill>
              </a:rPr>
              <a:t>return</a:t>
            </a:r>
            <a:r>
              <a:rPr lang="en-US" sz="1800">
                <a:solidFill>
                  <a:schemeClr val="dk1"/>
                </a:solidFill>
              </a:rPr>
              <a:t> </a:t>
            </a:r>
            <a:r>
              <a:rPr lang="en-US" sz="1800">
                <a:solidFill>
                  <a:srgbClr val="990055"/>
                </a:solidFill>
              </a:rPr>
              <a:t>nil</a:t>
            </a:r>
            <a:endParaRPr sz="1800">
              <a:solidFill>
                <a:schemeClr val="dk1"/>
              </a:solidFill>
            </a:endParaRPr>
          </a:p>
          <a:p>
            <a:pPr marL="457200" lvl="0" indent="0" algn="l" rtl="0">
              <a:lnSpc>
                <a:spcPct val="100000"/>
              </a:lnSpc>
              <a:spcBef>
                <a:spcPts val="0"/>
              </a:spcBef>
              <a:spcAft>
                <a:spcPts val="0"/>
              </a:spcAft>
              <a:buNone/>
            </a:pPr>
            <a:r>
              <a:rPr lang="en-US" sz="1800">
                <a:solidFill>
                  <a:srgbClr val="999999"/>
                </a:solidFill>
              </a:rPr>
              <a:t>}</a:t>
            </a:r>
            <a:endParaRPr sz="1800" b="1">
              <a:highlight>
                <a:srgbClr val="FFFFFF"/>
              </a:highlight>
            </a:endParaRPr>
          </a:p>
        </p:txBody>
      </p:sp>
      <p:sp>
        <p:nvSpPr>
          <p:cNvPr id="367" name="Google Shape;367;p45"/>
          <p:cNvSpPr txBox="1"/>
          <p:nvPr>
            <p:ph type="title"/>
          </p:nvPr>
        </p:nvSpPr>
        <p:spPr>
          <a:xfrm>
            <a:off x="321144" y="246401"/>
            <a:ext cx="7340700" cy="86670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Clr>
                <a:schemeClr val="lt1"/>
              </a:buClr>
              <a:buSzPts val="3300"/>
              <a:buFont typeface="Roboto" panose="02000000000000000000"/>
              <a:buNone/>
            </a:pPr>
            <a:r>
              <a:rPr lang="en-US"/>
              <a:t>Errors</a:t>
            </a:r>
            <a:endParaRPr lang="en-US"/>
          </a:p>
        </p:txBody>
      </p:sp>
      <p:pic>
        <p:nvPicPr>
          <p:cNvPr id="368" name="Google Shape;368;p45" descr="A picture containing drawing&#10;&#10;Description automatically generated"/>
          <p:cNvPicPr preferRelativeResize="0"/>
          <p:nvPr/>
        </p:nvPicPr>
        <p:blipFill rotWithShape="1">
          <a:blip r:embed="rId1"/>
          <a:srcRect/>
          <a:stretch>
            <a:fillRect/>
          </a:stretch>
        </p:blipFill>
        <p:spPr>
          <a:xfrm>
            <a:off x="8039153" y="1777905"/>
            <a:ext cx="757837" cy="687315"/>
          </a:xfrm>
          <a:prstGeom prst="rect">
            <a:avLst/>
          </a:prstGeom>
          <a:noFill/>
          <a:ln>
            <a:noFill/>
          </a:ln>
        </p:spPr>
      </p:pic>
      <p:pic>
        <p:nvPicPr>
          <p:cNvPr id="369" name="Google Shape;369;p45" descr="A picture containing drawing&#10;&#10;Description automatically generated"/>
          <p:cNvPicPr preferRelativeResize="0"/>
          <p:nvPr/>
        </p:nvPicPr>
        <p:blipFill rotWithShape="1">
          <a:blip r:embed="rId2"/>
          <a:srcRect/>
          <a:stretch>
            <a:fillRect/>
          </a:stretch>
        </p:blipFill>
        <p:spPr>
          <a:xfrm>
            <a:off x="7962803" y="2751247"/>
            <a:ext cx="910535" cy="893284"/>
          </a:xfrm>
          <a:prstGeom prst="rect">
            <a:avLst/>
          </a:prstGeom>
          <a:noFill/>
          <a:ln>
            <a:noFill/>
          </a:ln>
        </p:spPr>
      </p:pic>
      <p:pic>
        <p:nvPicPr>
          <p:cNvPr id="370" name="Google Shape;370;p45"/>
          <p:cNvPicPr preferRelativeResize="0"/>
          <p:nvPr/>
        </p:nvPicPr>
        <p:blipFill>
          <a:blip r:embed="rId3"/>
          <a:stretch>
            <a:fillRect/>
          </a:stretch>
        </p:blipFill>
        <p:spPr>
          <a:xfrm>
            <a:off x="992375" y="4773050"/>
            <a:ext cx="586850" cy="37045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374" name="Shape 374"/>
        <p:cNvGrpSpPr/>
        <p:nvPr/>
      </p:nvGrpSpPr>
      <p:grpSpPr>
        <a:xfrm>
          <a:off x="0" y="0"/>
          <a:ext cx="0" cy="0"/>
          <a:chOff x="0" y="0"/>
          <a:chExt cx="0" cy="0"/>
        </a:xfrm>
      </p:grpSpPr>
      <p:sp>
        <p:nvSpPr>
          <p:cNvPr id="375" name="Google Shape;375;p46"/>
          <p:cNvSpPr txBox="1"/>
          <p:nvPr/>
        </p:nvSpPr>
        <p:spPr>
          <a:xfrm>
            <a:off x="321150" y="1845650"/>
            <a:ext cx="7340700" cy="812700"/>
          </a:xfrm>
          <a:prstGeom prst="rect">
            <a:avLst/>
          </a:prstGeom>
          <a:noFill/>
          <a:ln>
            <a:noFill/>
          </a:ln>
        </p:spPr>
        <p:txBody>
          <a:bodyPr spcFirstLastPara="1" wrap="square" lIns="91425" tIns="91425" rIns="91425" bIns="91425" anchor="t" anchorCtr="0">
            <a:noAutofit/>
          </a:bodyPr>
          <a:lstStyle/>
          <a:p>
            <a:pPr marL="457200" lvl="0" indent="-342900" algn="l" rtl="0">
              <a:lnSpc>
                <a:spcPct val="100000"/>
              </a:lnSpc>
              <a:spcBef>
                <a:spcPts val="0"/>
              </a:spcBef>
              <a:spcAft>
                <a:spcPts val="0"/>
              </a:spcAft>
              <a:buSzPts val="1800"/>
              <a:buChar char="●"/>
            </a:pPr>
            <a:r>
              <a:rPr lang="en-US" sz="1800">
                <a:highlight>
                  <a:srgbClr val="FFFFFF"/>
                </a:highlight>
              </a:rPr>
              <a:t>Errors can be created using either </a:t>
            </a:r>
            <a:r>
              <a:rPr lang="en-US" sz="1800" b="1">
                <a:highlight>
                  <a:srgbClr val="FFFFFF"/>
                </a:highlight>
              </a:rPr>
              <a:t>errors.New</a:t>
            </a:r>
            <a:r>
              <a:rPr lang="en-US" sz="1800">
                <a:highlight>
                  <a:srgbClr val="FFFFFF"/>
                </a:highlight>
              </a:rPr>
              <a:t> or </a:t>
            </a:r>
            <a:r>
              <a:rPr lang="en-US" sz="1800" b="1">
                <a:highlight>
                  <a:srgbClr val="FFFFFF"/>
                </a:highlight>
              </a:rPr>
              <a:t>fmt.Errorf</a:t>
            </a:r>
            <a:br>
              <a:rPr lang="en-US" sz="1800">
                <a:highlight>
                  <a:srgbClr val="FFFFFF"/>
                </a:highlight>
              </a:rPr>
            </a:br>
            <a:br>
              <a:rPr lang="en-US" sz="1800">
                <a:highlight>
                  <a:srgbClr val="FFFFFF"/>
                </a:highlight>
              </a:rPr>
            </a:br>
            <a:r>
              <a:rPr lang="en-US" sz="1800">
                <a:solidFill>
                  <a:schemeClr val="dk1"/>
                </a:solidFill>
                <a:highlight>
                  <a:srgbClr val="FFFFFF"/>
                </a:highlight>
              </a:rPr>
              <a:t>err1 </a:t>
            </a:r>
            <a:r>
              <a:rPr lang="en-US" sz="1800">
                <a:solidFill>
                  <a:srgbClr val="9A6E3A"/>
                </a:solidFill>
                <a:highlight>
                  <a:srgbClr val="FFFFFF"/>
                </a:highlight>
              </a:rPr>
              <a:t>:=</a:t>
            </a:r>
            <a:r>
              <a:rPr lang="en-US" sz="1800">
                <a:solidFill>
                  <a:schemeClr val="dk1"/>
                </a:solidFill>
                <a:highlight>
                  <a:srgbClr val="FFFFFF"/>
                </a:highlight>
              </a:rPr>
              <a:t> errors</a:t>
            </a:r>
            <a:r>
              <a:rPr lang="en-US" sz="1800">
                <a:solidFill>
                  <a:srgbClr val="999999"/>
                </a:solidFill>
                <a:highlight>
                  <a:srgbClr val="FFFFFF"/>
                </a:highlight>
              </a:rPr>
              <a:t>.</a:t>
            </a:r>
            <a:r>
              <a:rPr lang="en-US" sz="1800">
                <a:solidFill>
                  <a:srgbClr val="DD4A68"/>
                </a:solidFill>
                <a:highlight>
                  <a:srgbClr val="FFFFFF"/>
                </a:highlight>
              </a:rPr>
              <a:t>New</a:t>
            </a:r>
            <a:r>
              <a:rPr lang="en-US" sz="1800">
                <a:solidFill>
                  <a:srgbClr val="999999"/>
                </a:solidFill>
                <a:highlight>
                  <a:srgbClr val="FFFFFF"/>
                </a:highlight>
              </a:rPr>
              <a:t>(</a:t>
            </a:r>
            <a:r>
              <a:rPr lang="en-US" sz="1800">
                <a:solidFill>
                  <a:srgbClr val="669900"/>
                </a:solidFill>
                <a:highlight>
                  <a:srgbClr val="FFFFFF"/>
                </a:highlight>
              </a:rPr>
              <a:t>"Something went wrong"</a:t>
            </a:r>
            <a:r>
              <a:rPr lang="en-US" sz="1800">
                <a:solidFill>
                  <a:srgbClr val="999999"/>
                </a:solidFill>
                <a:highlight>
                  <a:srgbClr val="FFFFFF"/>
                </a:highlight>
              </a:rPr>
              <a:t>)</a:t>
            </a:r>
            <a:br>
              <a:rPr lang="en-US" sz="1800">
                <a:solidFill>
                  <a:srgbClr val="999999"/>
                </a:solidFill>
                <a:highlight>
                  <a:srgbClr val="FFFFFF"/>
                </a:highlight>
              </a:rPr>
            </a:br>
            <a:endParaRPr sz="1800">
              <a:solidFill>
                <a:schemeClr val="dk1"/>
              </a:solidFill>
              <a:highlight>
                <a:srgbClr val="FFFFFF"/>
              </a:highlight>
            </a:endParaRPr>
          </a:p>
          <a:p>
            <a:pPr marL="0" lvl="0" indent="457200" algn="l" rtl="0">
              <a:lnSpc>
                <a:spcPct val="100000"/>
              </a:lnSpc>
              <a:spcBef>
                <a:spcPts val="0"/>
              </a:spcBef>
              <a:spcAft>
                <a:spcPts val="0"/>
              </a:spcAft>
              <a:buNone/>
            </a:pPr>
            <a:r>
              <a:rPr lang="en-US" sz="1800">
                <a:solidFill>
                  <a:schemeClr val="dk1"/>
                </a:solidFill>
                <a:highlight>
                  <a:srgbClr val="FFFFFF"/>
                </a:highlight>
              </a:rPr>
              <a:t>err2 </a:t>
            </a:r>
            <a:r>
              <a:rPr lang="en-US" sz="1800">
                <a:solidFill>
                  <a:srgbClr val="9A6E3A"/>
                </a:solidFill>
                <a:highlight>
                  <a:srgbClr val="FFFFFF"/>
                </a:highlight>
              </a:rPr>
              <a:t>:=</a:t>
            </a:r>
            <a:r>
              <a:rPr lang="en-US" sz="1800">
                <a:solidFill>
                  <a:schemeClr val="dk1"/>
                </a:solidFill>
                <a:highlight>
                  <a:srgbClr val="FFFFFF"/>
                </a:highlight>
              </a:rPr>
              <a:t> fmt</a:t>
            </a:r>
            <a:r>
              <a:rPr lang="en-US" sz="1800">
                <a:solidFill>
                  <a:srgbClr val="999999"/>
                </a:solidFill>
                <a:highlight>
                  <a:srgbClr val="FFFFFF"/>
                </a:highlight>
              </a:rPr>
              <a:t>.</a:t>
            </a:r>
            <a:r>
              <a:rPr lang="en-US" sz="1800">
                <a:solidFill>
                  <a:srgbClr val="DD4A68"/>
                </a:solidFill>
                <a:highlight>
                  <a:srgbClr val="FFFFFF"/>
                </a:highlight>
              </a:rPr>
              <a:t>Errorf</a:t>
            </a:r>
            <a:r>
              <a:rPr lang="en-US" sz="1800">
                <a:solidFill>
                  <a:srgbClr val="999999"/>
                </a:solidFill>
                <a:highlight>
                  <a:srgbClr val="FFFFFF"/>
                </a:highlight>
              </a:rPr>
              <a:t>(</a:t>
            </a:r>
            <a:r>
              <a:rPr lang="en-US" sz="1800">
                <a:solidFill>
                  <a:srgbClr val="669900"/>
                </a:solidFill>
                <a:highlight>
                  <a:srgbClr val="FFFFFF"/>
                </a:highlight>
              </a:rPr>
              <a:t>"File %s doesn't exist"</a:t>
            </a:r>
            <a:r>
              <a:rPr lang="en-US" sz="1800">
                <a:solidFill>
                  <a:srgbClr val="999999"/>
                </a:solidFill>
                <a:highlight>
                  <a:srgbClr val="FFFFFF"/>
                </a:highlight>
              </a:rPr>
              <a:t>,</a:t>
            </a:r>
            <a:r>
              <a:rPr lang="en-US" sz="1800">
                <a:solidFill>
                  <a:schemeClr val="dk1"/>
                </a:solidFill>
                <a:highlight>
                  <a:srgbClr val="FFFFFF"/>
                </a:highlight>
              </a:rPr>
              <a:t> f</a:t>
            </a:r>
            <a:r>
              <a:rPr lang="en-US" sz="1800">
                <a:solidFill>
                  <a:srgbClr val="999999"/>
                </a:solidFill>
                <a:highlight>
                  <a:srgbClr val="FFFFFF"/>
                </a:highlight>
              </a:rPr>
              <a:t>)</a:t>
            </a:r>
            <a:endParaRPr sz="1800">
              <a:highlight>
                <a:srgbClr val="FFFFFF"/>
              </a:highlight>
            </a:endParaRPr>
          </a:p>
        </p:txBody>
      </p:sp>
      <p:sp>
        <p:nvSpPr>
          <p:cNvPr id="376" name="Google Shape;376;p46"/>
          <p:cNvSpPr txBox="1"/>
          <p:nvPr>
            <p:ph type="title"/>
          </p:nvPr>
        </p:nvSpPr>
        <p:spPr>
          <a:xfrm>
            <a:off x="321144" y="246401"/>
            <a:ext cx="7340700" cy="86670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Clr>
                <a:schemeClr val="lt1"/>
              </a:buClr>
              <a:buSzPts val="3300"/>
              <a:buFont typeface="Roboto" panose="02000000000000000000"/>
              <a:buNone/>
            </a:pPr>
            <a:r>
              <a:rPr lang="en-US"/>
              <a:t>Errors</a:t>
            </a:r>
            <a:endParaRPr lang="en-US"/>
          </a:p>
        </p:txBody>
      </p:sp>
      <p:pic>
        <p:nvPicPr>
          <p:cNvPr id="377" name="Google Shape;377;p46" descr="A picture containing drawing&#10;&#10;Description automatically generated"/>
          <p:cNvPicPr preferRelativeResize="0"/>
          <p:nvPr/>
        </p:nvPicPr>
        <p:blipFill rotWithShape="1">
          <a:blip r:embed="rId1"/>
          <a:srcRect/>
          <a:stretch>
            <a:fillRect/>
          </a:stretch>
        </p:blipFill>
        <p:spPr>
          <a:xfrm>
            <a:off x="8039153" y="1777905"/>
            <a:ext cx="757837" cy="687315"/>
          </a:xfrm>
          <a:prstGeom prst="rect">
            <a:avLst/>
          </a:prstGeom>
          <a:noFill/>
          <a:ln>
            <a:noFill/>
          </a:ln>
        </p:spPr>
      </p:pic>
      <p:pic>
        <p:nvPicPr>
          <p:cNvPr id="378" name="Google Shape;378;p46" descr="A picture containing drawing&#10;&#10;Description automatically generated"/>
          <p:cNvPicPr preferRelativeResize="0"/>
          <p:nvPr/>
        </p:nvPicPr>
        <p:blipFill rotWithShape="1">
          <a:blip r:embed="rId2"/>
          <a:srcRect/>
          <a:stretch>
            <a:fillRect/>
          </a:stretch>
        </p:blipFill>
        <p:spPr>
          <a:xfrm>
            <a:off x="7962803" y="2751247"/>
            <a:ext cx="910535" cy="893284"/>
          </a:xfrm>
          <a:prstGeom prst="rect">
            <a:avLst/>
          </a:prstGeom>
          <a:noFill/>
          <a:ln>
            <a:noFill/>
          </a:ln>
        </p:spPr>
      </p:pic>
      <p:pic>
        <p:nvPicPr>
          <p:cNvPr id="379" name="Google Shape;379;p46"/>
          <p:cNvPicPr preferRelativeResize="0"/>
          <p:nvPr/>
        </p:nvPicPr>
        <p:blipFill>
          <a:blip r:embed="rId3"/>
          <a:stretch>
            <a:fillRect/>
          </a:stretch>
        </p:blipFill>
        <p:spPr>
          <a:xfrm>
            <a:off x="992375" y="4773050"/>
            <a:ext cx="586850" cy="37045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383" name="Shape 383"/>
        <p:cNvGrpSpPr/>
        <p:nvPr/>
      </p:nvGrpSpPr>
      <p:grpSpPr>
        <a:xfrm>
          <a:off x="0" y="0"/>
          <a:ext cx="0" cy="0"/>
          <a:chOff x="0" y="0"/>
          <a:chExt cx="0" cy="0"/>
        </a:xfrm>
      </p:grpSpPr>
      <p:sp>
        <p:nvSpPr>
          <p:cNvPr id="384" name="Google Shape;384;p47"/>
          <p:cNvSpPr txBox="1"/>
          <p:nvPr/>
        </p:nvSpPr>
        <p:spPr>
          <a:xfrm>
            <a:off x="321150" y="1845650"/>
            <a:ext cx="7340700" cy="812700"/>
          </a:xfrm>
          <a:prstGeom prst="rect">
            <a:avLst/>
          </a:prstGeom>
          <a:noFill/>
          <a:ln>
            <a:noFill/>
          </a:ln>
        </p:spPr>
        <p:txBody>
          <a:bodyPr spcFirstLastPara="1" wrap="square" lIns="91425" tIns="91425" rIns="91425" bIns="91425" anchor="t" anchorCtr="0">
            <a:noAutofit/>
          </a:bodyPr>
          <a:lstStyle/>
          <a:p>
            <a:pPr marL="457200" lvl="0" indent="-342900" algn="l" rtl="0">
              <a:lnSpc>
                <a:spcPct val="200000"/>
              </a:lnSpc>
              <a:spcBef>
                <a:spcPts val="0"/>
              </a:spcBef>
              <a:spcAft>
                <a:spcPts val="0"/>
              </a:spcAft>
              <a:buSzPts val="1800"/>
              <a:buChar char="●"/>
            </a:pPr>
            <a:r>
              <a:rPr lang="en-US" sz="1800" b="1">
                <a:highlight>
                  <a:srgbClr val="FFFFFF"/>
                </a:highlight>
              </a:rPr>
              <a:t>Basic</a:t>
            </a:r>
            <a:r>
              <a:rPr lang="en-US" sz="1800">
                <a:highlight>
                  <a:srgbClr val="FFFFFF"/>
                </a:highlight>
              </a:rPr>
              <a:t>: int, float, string, bool, complex</a:t>
            </a:r>
            <a:endParaRPr sz="1800">
              <a:highlight>
                <a:srgbClr val="FFFFFF"/>
              </a:highlight>
            </a:endParaRPr>
          </a:p>
          <a:p>
            <a:pPr marL="457200" lvl="0" indent="-342900" algn="l" rtl="0">
              <a:lnSpc>
                <a:spcPct val="200000"/>
              </a:lnSpc>
              <a:spcBef>
                <a:spcPts val="0"/>
              </a:spcBef>
              <a:spcAft>
                <a:spcPts val="0"/>
              </a:spcAft>
              <a:buSzPts val="1800"/>
              <a:buChar char="●"/>
            </a:pPr>
            <a:r>
              <a:rPr lang="en-US" sz="1800" b="1">
                <a:highlight>
                  <a:srgbClr val="FFFFFF"/>
                </a:highlight>
              </a:rPr>
              <a:t>Aggregated</a:t>
            </a:r>
            <a:r>
              <a:rPr lang="en-US" sz="1800">
                <a:highlight>
                  <a:srgbClr val="FFFFFF"/>
                </a:highlight>
              </a:rPr>
              <a:t>: array, struct</a:t>
            </a:r>
            <a:endParaRPr sz="1800">
              <a:highlight>
                <a:srgbClr val="FFFFFF"/>
              </a:highlight>
            </a:endParaRPr>
          </a:p>
          <a:p>
            <a:pPr marL="457200" lvl="0" indent="-342900" algn="l" rtl="0">
              <a:lnSpc>
                <a:spcPct val="200000"/>
              </a:lnSpc>
              <a:spcBef>
                <a:spcPts val="0"/>
              </a:spcBef>
              <a:spcAft>
                <a:spcPts val="0"/>
              </a:spcAft>
              <a:buSzPts val="1800"/>
              <a:buChar char="●"/>
            </a:pPr>
            <a:r>
              <a:rPr lang="en-US" sz="1800" b="1">
                <a:highlight>
                  <a:srgbClr val="FFFFFF"/>
                </a:highlight>
              </a:rPr>
              <a:t>Reference</a:t>
            </a:r>
            <a:r>
              <a:rPr lang="en-US" sz="1800">
                <a:highlight>
                  <a:srgbClr val="FFFFFF"/>
                </a:highlight>
              </a:rPr>
              <a:t>: pointer, slice, map, function, channel</a:t>
            </a:r>
            <a:endParaRPr sz="1800">
              <a:highlight>
                <a:srgbClr val="FFFFFF"/>
              </a:highlight>
            </a:endParaRPr>
          </a:p>
          <a:p>
            <a:pPr marL="457200" lvl="0" indent="-342900" algn="l" rtl="0">
              <a:lnSpc>
                <a:spcPct val="200000"/>
              </a:lnSpc>
              <a:spcBef>
                <a:spcPts val="0"/>
              </a:spcBef>
              <a:spcAft>
                <a:spcPts val="0"/>
              </a:spcAft>
              <a:buSzPts val="1800"/>
              <a:buChar char="●"/>
            </a:pPr>
            <a:r>
              <a:rPr lang="en-US" sz="1800" b="1">
                <a:highlight>
                  <a:srgbClr val="FFFFFF"/>
                </a:highlight>
              </a:rPr>
              <a:t>Interface</a:t>
            </a:r>
            <a:r>
              <a:rPr lang="en-US" sz="1800">
                <a:highlight>
                  <a:srgbClr val="FFFFFF"/>
                </a:highlight>
              </a:rPr>
              <a:t>: interface</a:t>
            </a:r>
            <a:endParaRPr sz="1800">
              <a:highlight>
                <a:srgbClr val="FFFFFF"/>
              </a:highlight>
            </a:endParaRPr>
          </a:p>
        </p:txBody>
      </p:sp>
      <p:sp>
        <p:nvSpPr>
          <p:cNvPr id="385" name="Google Shape;385;p47"/>
          <p:cNvSpPr txBox="1"/>
          <p:nvPr>
            <p:ph type="title"/>
          </p:nvPr>
        </p:nvSpPr>
        <p:spPr>
          <a:xfrm>
            <a:off x="321144" y="246401"/>
            <a:ext cx="7340700" cy="86670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Clr>
                <a:schemeClr val="lt1"/>
              </a:buClr>
              <a:buSzPts val="3300"/>
              <a:buFont typeface="Roboto" panose="02000000000000000000"/>
              <a:buNone/>
            </a:pPr>
            <a:r>
              <a:rPr lang="en-US"/>
              <a:t>Types Classification</a:t>
            </a:r>
            <a:endParaRPr lang="en-US"/>
          </a:p>
        </p:txBody>
      </p:sp>
      <p:pic>
        <p:nvPicPr>
          <p:cNvPr id="386" name="Google Shape;386;p47" descr="A picture containing drawing&#10;&#10;Description automatically generated"/>
          <p:cNvPicPr preferRelativeResize="0"/>
          <p:nvPr/>
        </p:nvPicPr>
        <p:blipFill rotWithShape="1">
          <a:blip r:embed="rId1"/>
          <a:srcRect/>
          <a:stretch>
            <a:fillRect/>
          </a:stretch>
        </p:blipFill>
        <p:spPr>
          <a:xfrm>
            <a:off x="8039153" y="1777905"/>
            <a:ext cx="757837" cy="687315"/>
          </a:xfrm>
          <a:prstGeom prst="rect">
            <a:avLst/>
          </a:prstGeom>
          <a:noFill/>
          <a:ln>
            <a:noFill/>
          </a:ln>
        </p:spPr>
      </p:pic>
      <p:pic>
        <p:nvPicPr>
          <p:cNvPr id="387" name="Google Shape;387;p47" descr="A picture containing drawing&#10;&#10;Description automatically generated"/>
          <p:cNvPicPr preferRelativeResize="0"/>
          <p:nvPr/>
        </p:nvPicPr>
        <p:blipFill rotWithShape="1">
          <a:blip r:embed="rId2"/>
          <a:srcRect/>
          <a:stretch>
            <a:fillRect/>
          </a:stretch>
        </p:blipFill>
        <p:spPr>
          <a:xfrm>
            <a:off x="7962803" y="2751247"/>
            <a:ext cx="910535" cy="893284"/>
          </a:xfrm>
          <a:prstGeom prst="rect">
            <a:avLst/>
          </a:prstGeom>
          <a:noFill/>
          <a:ln>
            <a:noFill/>
          </a:ln>
        </p:spPr>
      </p:pic>
      <p:pic>
        <p:nvPicPr>
          <p:cNvPr id="388" name="Google Shape;388;p47"/>
          <p:cNvPicPr preferRelativeResize="0"/>
          <p:nvPr/>
        </p:nvPicPr>
        <p:blipFill>
          <a:blip r:embed="rId3"/>
          <a:stretch>
            <a:fillRect/>
          </a:stretch>
        </p:blipFill>
        <p:spPr>
          <a:xfrm>
            <a:off x="992375" y="4773050"/>
            <a:ext cx="586850" cy="37045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392" name="Shape 392"/>
        <p:cNvGrpSpPr/>
        <p:nvPr/>
      </p:nvGrpSpPr>
      <p:grpSpPr>
        <a:xfrm>
          <a:off x="0" y="0"/>
          <a:ext cx="0" cy="0"/>
          <a:chOff x="0" y="0"/>
          <a:chExt cx="0" cy="0"/>
        </a:xfrm>
      </p:grpSpPr>
      <p:sp>
        <p:nvSpPr>
          <p:cNvPr id="393" name="Google Shape;393;p48"/>
          <p:cNvSpPr txBox="1"/>
          <p:nvPr/>
        </p:nvSpPr>
        <p:spPr>
          <a:xfrm>
            <a:off x="321150" y="1845650"/>
            <a:ext cx="7340700" cy="812700"/>
          </a:xfrm>
          <a:prstGeom prst="rect">
            <a:avLst/>
          </a:prstGeom>
          <a:noFill/>
          <a:ln>
            <a:noFill/>
          </a:ln>
        </p:spPr>
        <p:txBody>
          <a:bodyPr spcFirstLastPara="1" wrap="square" lIns="91425" tIns="91425" rIns="91425" bIns="91425" anchor="t" anchorCtr="0">
            <a:noAutofit/>
          </a:bodyPr>
          <a:lstStyle/>
          <a:p>
            <a:pPr marL="457200" lvl="0" indent="-342900" algn="l" rtl="0">
              <a:lnSpc>
                <a:spcPct val="200000"/>
              </a:lnSpc>
              <a:spcBef>
                <a:spcPts val="0"/>
              </a:spcBef>
              <a:spcAft>
                <a:spcPts val="0"/>
              </a:spcAft>
              <a:buSzPts val="1800"/>
              <a:buChar char="●"/>
            </a:pPr>
            <a:r>
              <a:rPr lang="en-US" sz="1800">
                <a:highlight>
                  <a:srgbClr val="FFFFFF"/>
                </a:highlight>
              </a:rPr>
              <a:t>Types </a:t>
            </a:r>
            <a:r>
              <a:rPr lang="en-US" sz="1800" i="1">
                <a:highlight>
                  <a:srgbClr val="FFFFFF"/>
                </a:highlight>
              </a:rPr>
              <a:t>(non-exhaustive list)</a:t>
            </a:r>
            <a:r>
              <a:rPr lang="en-US" sz="1800">
                <a:highlight>
                  <a:srgbClr val="FFFFFF"/>
                </a:highlight>
              </a:rPr>
              <a:t>:</a:t>
            </a:r>
            <a:endParaRPr sz="1800">
              <a:highlight>
                <a:srgbClr val="FFFFFF"/>
              </a:highlight>
            </a:endParaRPr>
          </a:p>
          <a:p>
            <a:pPr marL="914400" lvl="1" indent="-342900" algn="l" rtl="0">
              <a:lnSpc>
                <a:spcPct val="200000"/>
              </a:lnSpc>
              <a:spcBef>
                <a:spcPts val="0"/>
              </a:spcBef>
              <a:spcAft>
                <a:spcPts val="0"/>
              </a:spcAft>
              <a:buSzPts val="1800"/>
              <a:buChar char="○"/>
            </a:pPr>
            <a:r>
              <a:rPr lang="en-US" sz="1800" b="1">
                <a:highlight>
                  <a:srgbClr val="FFFFFF"/>
                </a:highlight>
              </a:rPr>
              <a:t>Integers</a:t>
            </a:r>
            <a:r>
              <a:rPr lang="en-US" sz="1800">
                <a:highlight>
                  <a:srgbClr val="FFFFFF"/>
                </a:highlight>
              </a:rPr>
              <a:t>: int int8  int16  int32  int64</a:t>
            </a:r>
            <a:endParaRPr sz="1800">
              <a:highlight>
                <a:srgbClr val="FFFFFF"/>
              </a:highlight>
            </a:endParaRPr>
          </a:p>
          <a:p>
            <a:pPr marL="914400" lvl="1" indent="-342900" algn="l" rtl="0">
              <a:lnSpc>
                <a:spcPct val="200000"/>
              </a:lnSpc>
              <a:spcBef>
                <a:spcPts val="0"/>
              </a:spcBef>
              <a:spcAft>
                <a:spcPts val="0"/>
              </a:spcAft>
              <a:buSzPts val="1800"/>
              <a:buChar char="○"/>
            </a:pPr>
            <a:r>
              <a:rPr lang="en-US" sz="1800" b="1">
                <a:highlight>
                  <a:srgbClr val="FFFFFF"/>
                </a:highlight>
              </a:rPr>
              <a:t>Floating-point numbers</a:t>
            </a:r>
            <a:r>
              <a:rPr lang="en-US" sz="1800">
                <a:highlight>
                  <a:srgbClr val="FFFFFF"/>
                </a:highlight>
              </a:rPr>
              <a:t>: float32 float64</a:t>
            </a:r>
            <a:endParaRPr sz="1800">
              <a:highlight>
                <a:srgbClr val="FFFFFF"/>
              </a:highlight>
            </a:endParaRPr>
          </a:p>
          <a:p>
            <a:pPr marL="457200" lvl="0" indent="-342900" algn="l" rtl="0">
              <a:lnSpc>
                <a:spcPct val="200000"/>
              </a:lnSpc>
              <a:spcBef>
                <a:spcPts val="0"/>
              </a:spcBef>
              <a:spcAft>
                <a:spcPts val="0"/>
              </a:spcAft>
              <a:buSzPts val="1800"/>
              <a:buChar char="●"/>
            </a:pPr>
            <a:r>
              <a:rPr lang="en-US" sz="1800">
                <a:highlight>
                  <a:srgbClr val="FFFFFF"/>
                </a:highlight>
              </a:rPr>
              <a:t>Default value is </a:t>
            </a:r>
            <a:r>
              <a:rPr lang="en-US" sz="1800" b="1">
                <a:highlight>
                  <a:srgbClr val="FFFFFF"/>
                </a:highlight>
              </a:rPr>
              <a:t>0</a:t>
            </a:r>
            <a:endParaRPr sz="1800" b="1">
              <a:highlight>
                <a:srgbClr val="FFFFFF"/>
              </a:highlight>
            </a:endParaRPr>
          </a:p>
        </p:txBody>
      </p:sp>
      <p:sp>
        <p:nvSpPr>
          <p:cNvPr id="394" name="Google Shape;394;p48"/>
          <p:cNvSpPr txBox="1"/>
          <p:nvPr>
            <p:ph type="title"/>
          </p:nvPr>
        </p:nvSpPr>
        <p:spPr>
          <a:xfrm>
            <a:off x="321144" y="246401"/>
            <a:ext cx="7340700" cy="86670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Clr>
                <a:schemeClr val="lt1"/>
              </a:buClr>
              <a:buSzPts val="3300"/>
              <a:buFont typeface="Roboto" panose="02000000000000000000"/>
              <a:buNone/>
            </a:pPr>
            <a:r>
              <a:rPr lang="en-US"/>
              <a:t>Numbers</a:t>
            </a:r>
            <a:endParaRPr lang="en-US"/>
          </a:p>
        </p:txBody>
      </p:sp>
      <p:pic>
        <p:nvPicPr>
          <p:cNvPr id="395" name="Google Shape;395;p48" descr="A picture containing drawing&#10;&#10;Description automatically generated"/>
          <p:cNvPicPr preferRelativeResize="0"/>
          <p:nvPr/>
        </p:nvPicPr>
        <p:blipFill rotWithShape="1">
          <a:blip r:embed="rId1"/>
          <a:srcRect/>
          <a:stretch>
            <a:fillRect/>
          </a:stretch>
        </p:blipFill>
        <p:spPr>
          <a:xfrm>
            <a:off x="8039153" y="1777905"/>
            <a:ext cx="757837" cy="687315"/>
          </a:xfrm>
          <a:prstGeom prst="rect">
            <a:avLst/>
          </a:prstGeom>
          <a:noFill/>
          <a:ln>
            <a:noFill/>
          </a:ln>
        </p:spPr>
      </p:pic>
      <p:pic>
        <p:nvPicPr>
          <p:cNvPr id="396" name="Google Shape;396;p48" descr="A picture containing drawing&#10;&#10;Description automatically generated"/>
          <p:cNvPicPr preferRelativeResize="0"/>
          <p:nvPr/>
        </p:nvPicPr>
        <p:blipFill rotWithShape="1">
          <a:blip r:embed="rId2"/>
          <a:srcRect/>
          <a:stretch>
            <a:fillRect/>
          </a:stretch>
        </p:blipFill>
        <p:spPr>
          <a:xfrm>
            <a:off x="7962803" y="2751247"/>
            <a:ext cx="910535" cy="893284"/>
          </a:xfrm>
          <a:prstGeom prst="rect">
            <a:avLst/>
          </a:prstGeom>
          <a:noFill/>
          <a:ln>
            <a:noFill/>
          </a:ln>
        </p:spPr>
      </p:pic>
      <p:pic>
        <p:nvPicPr>
          <p:cNvPr id="397" name="Google Shape;397;p48"/>
          <p:cNvPicPr preferRelativeResize="0"/>
          <p:nvPr/>
        </p:nvPicPr>
        <p:blipFill>
          <a:blip r:embed="rId3"/>
          <a:stretch>
            <a:fillRect/>
          </a:stretch>
        </p:blipFill>
        <p:spPr>
          <a:xfrm>
            <a:off x="992375" y="4773050"/>
            <a:ext cx="586850" cy="37045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401" name="Shape 401"/>
        <p:cNvGrpSpPr/>
        <p:nvPr/>
      </p:nvGrpSpPr>
      <p:grpSpPr>
        <a:xfrm>
          <a:off x="0" y="0"/>
          <a:ext cx="0" cy="0"/>
          <a:chOff x="0" y="0"/>
          <a:chExt cx="0" cy="0"/>
        </a:xfrm>
      </p:grpSpPr>
      <p:sp>
        <p:nvSpPr>
          <p:cNvPr id="402" name="Google Shape;402;p49"/>
          <p:cNvSpPr txBox="1"/>
          <p:nvPr>
            <p:ph type="title"/>
          </p:nvPr>
        </p:nvSpPr>
        <p:spPr>
          <a:xfrm>
            <a:off x="321144" y="246401"/>
            <a:ext cx="7340700" cy="86670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Clr>
                <a:schemeClr val="lt1"/>
              </a:buClr>
              <a:buSzPts val="3300"/>
              <a:buFont typeface="Roboto" panose="02000000000000000000"/>
              <a:buNone/>
            </a:pPr>
            <a:r>
              <a:rPr lang="en-US"/>
              <a:t>Boolean</a:t>
            </a:r>
            <a:endParaRPr lang="en-US"/>
          </a:p>
        </p:txBody>
      </p:sp>
      <p:pic>
        <p:nvPicPr>
          <p:cNvPr id="403" name="Google Shape;403;p49" descr="A picture containing drawing&#10;&#10;Description automatically generated"/>
          <p:cNvPicPr preferRelativeResize="0"/>
          <p:nvPr/>
        </p:nvPicPr>
        <p:blipFill rotWithShape="1">
          <a:blip r:embed="rId1"/>
          <a:srcRect/>
          <a:stretch>
            <a:fillRect/>
          </a:stretch>
        </p:blipFill>
        <p:spPr>
          <a:xfrm>
            <a:off x="8039153" y="1777905"/>
            <a:ext cx="757837" cy="687315"/>
          </a:xfrm>
          <a:prstGeom prst="rect">
            <a:avLst/>
          </a:prstGeom>
          <a:noFill/>
          <a:ln>
            <a:noFill/>
          </a:ln>
        </p:spPr>
      </p:pic>
      <p:pic>
        <p:nvPicPr>
          <p:cNvPr id="404" name="Google Shape;404;p49" descr="A picture containing drawing&#10;&#10;Description automatically generated"/>
          <p:cNvPicPr preferRelativeResize="0"/>
          <p:nvPr/>
        </p:nvPicPr>
        <p:blipFill rotWithShape="1">
          <a:blip r:embed="rId2"/>
          <a:srcRect/>
          <a:stretch>
            <a:fillRect/>
          </a:stretch>
        </p:blipFill>
        <p:spPr>
          <a:xfrm>
            <a:off x="7962803" y="2751247"/>
            <a:ext cx="910535" cy="893284"/>
          </a:xfrm>
          <a:prstGeom prst="rect">
            <a:avLst/>
          </a:prstGeom>
          <a:noFill/>
          <a:ln>
            <a:noFill/>
          </a:ln>
        </p:spPr>
      </p:pic>
      <p:pic>
        <p:nvPicPr>
          <p:cNvPr id="405" name="Google Shape;405;p49"/>
          <p:cNvPicPr preferRelativeResize="0"/>
          <p:nvPr/>
        </p:nvPicPr>
        <p:blipFill>
          <a:blip r:embed="rId3"/>
          <a:stretch>
            <a:fillRect/>
          </a:stretch>
        </p:blipFill>
        <p:spPr>
          <a:xfrm>
            <a:off x="992375" y="4773050"/>
            <a:ext cx="586850" cy="370450"/>
          </a:xfrm>
          <a:prstGeom prst="rect">
            <a:avLst/>
          </a:prstGeom>
          <a:noFill/>
          <a:ln>
            <a:noFill/>
          </a:ln>
        </p:spPr>
      </p:pic>
      <p:sp>
        <p:nvSpPr>
          <p:cNvPr id="406" name="Google Shape;406;p49"/>
          <p:cNvSpPr txBox="1"/>
          <p:nvPr/>
        </p:nvSpPr>
        <p:spPr>
          <a:xfrm>
            <a:off x="321150" y="1845650"/>
            <a:ext cx="7340700" cy="812700"/>
          </a:xfrm>
          <a:prstGeom prst="rect">
            <a:avLst/>
          </a:prstGeom>
          <a:noFill/>
          <a:ln>
            <a:noFill/>
          </a:ln>
        </p:spPr>
        <p:txBody>
          <a:bodyPr spcFirstLastPara="1" wrap="square" lIns="91425" tIns="91425" rIns="91425" bIns="91425" anchor="t" anchorCtr="0">
            <a:noAutofit/>
          </a:bodyPr>
          <a:lstStyle/>
          <a:p>
            <a:pPr marL="457200" lvl="0" indent="-342900" algn="l" rtl="0">
              <a:lnSpc>
                <a:spcPct val="200000"/>
              </a:lnSpc>
              <a:spcBef>
                <a:spcPts val="0"/>
              </a:spcBef>
              <a:spcAft>
                <a:spcPts val="0"/>
              </a:spcAft>
              <a:buSzPts val="1800"/>
              <a:buChar char="●"/>
            </a:pPr>
            <a:r>
              <a:rPr lang="en-US" sz="1800">
                <a:highlight>
                  <a:srgbClr val="FFFFFF"/>
                </a:highlight>
              </a:rPr>
              <a:t>Type </a:t>
            </a:r>
            <a:r>
              <a:rPr lang="en-US" sz="1800" b="1">
                <a:highlight>
                  <a:srgbClr val="FFFFFF"/>
                </a:highlight>
              </a:rPr>
              <a:t>bool</a:t>
            </a:r>
            <a:endParaRPr sz="1800" b="1">
              <a:highlight>
                <a:srgbClr val="FFFFFF"/>
              </a:highlight>
            </a:endParaRPr>
          </a:p>
          <a:p>
            <a:pPr marL="457200" lvl="0" indent="-342900" algn="l" rtl="0">
              <a:lnSpc>
                <a:spcPct val="200000"/>
              </a:lnSpc>
              <a:spcBef>
                <a:spcPts val="0"/>
              </a:spcBef>
              <a:spcAft>
                <a:spcPts val="0"/>
              </a:spcAft>
              <a:buSzPts val="1800"/>
              <a:buChar char="●"/>
            </a:pPr>
            <a:r>
              <a:rPr lang="en-US" sz="1800">
                <a:highlight>
                  <a:srgbClr val="FFFFFF"/>
                </a:highlight>
              </a:rPr>
              <a:t>Possible values </a:t>
            </a:r>
            <a:r>
              <a:rPr lang="en-US" sz="1800" b="1">
                <a:highlight>
                  <a:srgbClr val="FFFFFF"/>
                </a:highlight>
              </a:rPr>
              <a:t>true</a:t>
            </a:r>
            <a:r>
              <a:rPr lang="en-US" sz="1800">
                <a:highlight>
                  <a:srgbClr val="FFFFFF"/>
                </a:highlight>
              </a:rPr>
              <a:t> or </a:t>
            </a:r>
            <a:r>
              <a:rPr lang="en-US" sz="1800" b="1">
                <a:highlight>
                  <a:srgbClr val="FFFFFF"/>
                </a:highlight>
              </a:rPr>
              <a:t>false</a:t>
            </a:r>
            <a:endParaRPr sz="1800" b="1">
              <a:highlight>
                <a:srgbClr val="FFFFFF"/>
              </a:highlight>
            </a:endParaRPr>
          </a:p>
          <a:p>
            <a:pPr marL="457200" lvl="0" indent="-342900" algn="l" rtl="0">
              <a:lnSpc>
                <a:spcPct val="200000"/>
              </a:lnSpc>
              <a:spcBef>
                <a:spcPts val="0"/>
              </a:spcBef>
              <a:spcAft>
                <a:spcPts val="0"/>
              </a:spcAft>
              <a:buSzPts val="1800"/>
              <a:buChar char="●"/>
            </a:pPr>
            <a:r>
              <a:rPr lang="en-US" sz="1800">
                <a:highlight>
                  <a:srgbClr val="FFFFFF"/>
                </a:highlight>
              </a:rPr>
              <a:t>Default value is </a:t>
            </a:r>
            <a:r>
              <a:rPr lang="en-US" sz="1800" b="1">
                <a:highlight>
                  <a:srgbClr val="FFFFFF"/>
                </a:highlight>
              </a:rPr>
              <a:t>false</a:t>
            </a:r>
            <a:endParaRPr sz="1800" b="1">
              <a:highlight>
                <a:srgbClr val="FFFFFF"/>
              </a:highlight>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410" name="Shape 410"/>
        <p:cNvGrpSpPr/>
        <p:nvPr/>
      </p:nvGrpSpPr>
      <p:grpSpPr>
        <a:xfrm>
          <a:off x="0" y="0"/>
          <a:ext cx="0" cy="0"/>
          <a:chOff x="0" y="0"/>
          <a:chExt cx="0" cy="0"/>
        </a:xfrm>
      </p:grpSpPr>
      <p:sp>
        <p:nvSpPr>
          <p:cNvPr id="411" name="Google Shape;411;p50"/>
          <p:cNvSpPr txBox="1"/>
          <p:nvPr>
            <p:ph type="title"/>
          </p:nvPr>
        </p:nvSpPr>
        <p:spPr>
          <a:xfrm>
            <a:off x="321144" y="246401"/>
            <a:ext cx="7340700" cy="86670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Clr>
                <a:schemeClr val="lt1"/>
              </a:buClr>
              <a:buSzPts val="3300"/>
              <a:buFont typeface="Roboto" panose="02000000000000000000"/>
              <a:buNone/>
            </a:pPr>
            <a:r>
              <a:rPr lang="en-US"/>
              <a:t>Strings</a:t>
            </a:r>
            <a:endParaRPr lang="en-US"/>
          </a:p>
        </p:txBody>
      </p:sp>
      <p:pic>
        <p:nvPicPr>
          <p:cNvPr id="412" name="Google Shape;412;p50" descr="A picture containing drawing&#10;&#10;Description automatically generated"/>
          <p:cNvPicPr preferRelativeResize="0"/>
          <p:nvPr/>
        </p:nvPicPr>
        <p:blipFill rotWithShape="1">
          <a:blip r:embed="rId1"/>
          <a:srcRect/>
          <a:stretch>
            <a:fillRect/>
          </a:stretch>
        </p:blipFill>
        <p:spPr>
          <a:xfrm>
            <a:off x="8039153" y="1777905"/>
            <a:ext cx="757837" cy="687315"/>
          </a:xfrm>
          <a:prstGeom prst="rect">
            <a:avLst/>
          </a:prstGeom>
          <a:noFill/>
          <a:ln>
            <a:noFill/>
          </a:ln>
        </p:spPr>
      </p:pic>
      <p:pic>
        <p:nvPicPr>
          <p:cNvPr id="413" name="Google Shape;413;p50" descr="A picture containing drawing&#10;&#10;Description automatically generated"/>
          <p:cNvPicPr preferRelativeResize="0"/>
          <p:nvPr/>
        </p:nvPicPr>
        <p:blipFill rotWithShape="1">
          <a:blip r:embed="rId2"/>
          <a:srcRect/>
          <a:stretch>
            <a:fillRect/>
          </a:stretch>
        </p:blipFill>
        <p:spPr>
          <a:xfrm>
            <a:off x="7962803" y="2751247"/>
            <a:ext cx="910535" cy="893284"/>
          </a:xfrm>
          <a:prstGeom prst="rect">
            <a:avLst/>
          </a:prstGeom>
          <a:noFill/>
          <a:ln>
            <a:noFill/>
          </a:ln>
        </p:spPr>
      </p:pic>
      <p:pic>
        <p:nvPicPr>
          <p:cNvPr id="414" name="Google Shape;414;p50"/>
          <p:cNvPicPr preferRelativeResize="0"/>
          <p:nvPr/>
        </p:nvPicPr>
        <p:blipFill>
          <a:blip r:embed="rId3"/>
          <a:stretch>
            <a:fillRect/>
          </a:stretch>
        </p:blipFill>
        <p:spPr>
          <a:xfrm>
            <a:off x="992375" y="4773050"/>
            <a:ext cx="586850" cy="370450"/>
          </a:xfrm>
          <a:prstGeom prst="rect">
            <a:avLst/>
          </a:prstGeom>
          <a:noFill/>
          <a:ln>
            <a:noFill/>
          </a:ln>
        </p:spPr>
      </p:pic>
      <p:sp>
        <p:nvSpPr>
          <p:cNvPr id="415" name="Google Shape;415;p50"/>
          <p:cNvSpPr txBox="1"/>
          <p:nvPr/>
        </p:nvSpPr>
        <p:spPr>
          <a:xfrm>
            <a:off x="321150" y="1845650"/>
            <a:ext cx="7340700" cy="812700"/>
          </a:xfrm>
          <a:prstGeom prst="rect">
            <a:avLst/>
          </a:prstGeom>
          <a:noFill/>
          <a:ln>
            <a:noFill/>
          </a:ln>
        </p:spPr>
        <p:txBody>
          <a:bodyPr spcFirstLastPara="1" wrap="square" lIns="91425" tIns="91425" rIns="91425" bIns="91425" anchor="t" anchorCtr="0">
            <a:noAutofit/>
          </a:bodyPr>
          <a:lstStyle/>
          <a:p>
            <a:pPr marL="457200" lvl="0" indent="-342900" algn="l" rtl="0">
              <a:lnSpc>
                <a:spcPct val="200000"/>
              </a:lnSpc>
              <a:spcBef>
                <a:spcPts val="0"/>
              </a:spcBef>
              <a:spcAft>
                <a:spcPts val="0"/>
              </a:spcAft>
              <a:buSzPts val="1800"/>
              <a:buChar char="●"/>
            </a:pPr>
            <a:r>
              <a:rPr lang="en-US" sz="1800">
                <a:highlight>
                  <a:srgbClr val="FFFFFF"/>
                </a:highlight>
              </a:rPr>
              <a:t>Type</a:t>
            </a:r>
            <a:r>
              <a:rPr lang="en-US" sz="1800" b="1">
                <a:highlight>
                  <a:srgbClr val="FFFFFF"/>
                </a:highlight>
              </a:rPr>
              <a:t> string</a:t>
            </a:r>
            <a:endParaRPr sz="1800" b="1">
              <a:highlight>
                <a:srgbClr val="FFFFFF"/>
              </a:highlight>
            </a:endParaRPr>
          </a:p>
          <a:p>
            <a:pPr marL="457200" lvl="0" indent="-342900" algn="l" rtl="0">
              <a:lnSpc>
                <a:spcPct val="200000"/>
              </a:lnSpc>
              <a:spcBef>
                <a:spcPts val="0"/>
              </a:spcBef>
              <a:spcAft>
                <a:spcPts val="0"/>
              </a:spcAft>
              <a:buSzPts val="1800"/>
              <a:buChar char="●"/>
            </a:pPr>
            <a:r>
              <a:rPr lang="en-US" sz="1800" b="1">
                <a:highlight>
                  <a:srgbClr val="FFFFFF"/>
                </a:highlight>
              </a:rPr>
              <a:t>Immutable</a:t>
            </a:r>
            <a:r>
              <a:rPr lang="en-US" sz="1800">
                <a:highlight>
                  <a:srgbClr val="FFFFFF"/>
                </a:highlight>
              </a:rPr>
              <a:t> sequence of </a:t>
            </a:r>
            <a:r>
              <a:rPr lang="en-US" sz="1800" i="1">
                <a:highlight>
                  <a:srgbClr val="FFFFFF"/>
                </a:highlight>
              </a:rPr>
              <a:t>byte</a:t>
            </a:r>
            <a:endParaRPr sz="1800" i="1">
              <a:highlight>
                <a:srgbClr val="FFFFFF"/>
              </a:highlight>
            </a:endParaRPr>
          </a:p>
          <a:p>
            <a:pPr marL="457200" lvl="0" indent="-342900" algn="l" rtl="0">
              <a:lnSpc>
                <a:spcPct val="200000"/>
              </a:lnSpc>
              <a:spcBef>
                <a:spcPts val="0"/>
              </a:spcBef>
              <a:spcAft>
                <a:spcPts val="0"/>
              </a:spcAft>
              <a:buSzPts val="1800"/>
              <a:buChar char="●"/>
            </a:pPr>
            <a:r>
              <a:rPr lang="en-US" sz="1800">
                <a:highlight>
                  <a:srgbClr val="FFFFFF"/>
                </a:highlight>
              </a:rPr>
              <a:t>Default value is </a:t>
            </a:r>
            <a:r>
              <a:rPr lang="en-US" sz="1800" b="1">
                <a:highlight>
                  <a:srgbClr val="FFFFFF"/>
                </a:highlight>
              </a:rPr>
              <a:t>“”</a:t>
            </a:r>
            <a:endParaRPr sz="1800" b="1">
              <a:highlight>
                <a:srgbClr val="FFFFFF"/>
              </a:highlight>
            </a:endParaRPr>
          </a:p>
          <a:p>
            <a:pPr marL="457200" lvl="0" indent="-342900" algn="l" rtl="0">
              <a:lnSpc>
                <a:spcPct val="200000"/>
              </a:lnSpc>
              <a:spcBef>
                <a:spcPts val="0"/>
              </a:spcBef>
              <a:spcAft>
                <a:spcPts val="0"/>
              </a:spcAft>
              <a:buSzPts val="1800"/>
              <a:buChar char="●"/>
            </a:pPr>
            <a:r>
              <a:rPr lang="en-US" sz="1800" b="1">
                <a:highlight>
                  <a:srgbClr val="FFFFFF"/>
                </a:highlight>
              </a:rPr>
              <a:t>Zero-based</a:t>
            </a:r>
            <a:r>
              <a:rPr lang="en-US" sz="1800">
                <a:highlight>
                  <a:srgbClr val="FFFFFF"/>
                </a:highlight>
              </a:rPr>
              <a:t> indexes</a:t>
            </a:r>
            <a:endParaRPr sz="1800">
              <a:highlight>
                <a:srgbClr val="FFFFFF"/>
              </a:highlight>
            </a:endParaRPr>
          </a:p>
          <a:p>
            <a:pPr marL="457200" lvl="0" indent="-342900" algn="l" rtl="0">
              <a:lnSpc>
                <a:spcPct val="200000"/>
              </a:lnSpc>
              <a:spcBef>
                <a:spcPts val="0"/>
              </a:spcBef>
              <a:spcAft>
                <a:spcPts val="0"/>
              </a:spcAft>
              <a:buSzPts val="1800"/>
              <a:buChar char="●"/>
            </a:pPr>
            <a:r>
              <a:rPr lang="en-US" sz="1800">
                <a:highlight>
                  <a:srgbClr val="FFFFFF"/>
                </a:highlight>
              </a:rPr>
              <a:t>Length can be discovered using </a:t>
            </a:r>
            <a:r>
              <a:rPr lang="en-US" sz="1800" b="1">
                <a:highlight>
                  <a:srgbClr val="FFFFFF"/>
                </a:highlight>
              </a:rPr>
              <a:t>len</a:t>
            </a:r>
            <a:r>
              <a:rPr lang="en-US" sz="1800">
                <a:highlight>
                  <a:srgbClr val="FFFFFF"/>
                </a:highlight>
              </a:rPr>
              <a:t> built-in function</a:t>
            </a:r>
            <a:endParaRPr sz="1800">
              <a:highlight>
                <a:srgbClr val="FFFFFF"/>
              </a:highlight>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419" name="Shape 419"/>
        <p:cNvGrpSpPr/>
        <p:nvPr/>
      </p:nvGrpSpPr>
      <p:grpSpPr>
        <a:xfrm>
          <a:off x="0" y="0"/>
          <a:ext cx="0" cy="0"/>
          <a:chOff x="0" y="0"/>
          <a:chExt cx="0" cy="0"/>
        </a:xfrm>
      </p:grpSpPr>
      <p:sp>
        <p:nvSpPr>
          <p:cNvPr id="420" name="Google Shape;420;p51"/>
          <p:cNvSpPr txBox="1"/>
          <p:nvPr>
            <p:ph type="title"/>
          </p:nvPr>
        </p:nvSpPr>
        <p:spPr>
          <a:xfrm>
            <a:off x="321144" y="246401"/>
            <a:ext cx="7340700" cy="86670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Clr>
                <a:schemeClr val="lt1"/>
              </a:buClr>
              <a:buSzPts val="3300"/>
              <a:buFont typeface="Roboto" panose="02000000000000000000"/>
              <a:buNone/>
            </a:pPr>
            <a:r>
              <a:rPr lang="en-US"/>
              <a:t>Strings</a:t>
            </a:r>
            <a:endParaRPr lang="en-US"/>
          </a:p>
        </p:txBody>
      </p:sp>
      <p:pic>
        <p:nvPicPr>
          <p:cNvPr id="421" name="Google Shape;421;p51" descr="A picture containing drawing&#10;&#10;Description automatically generated"/>
          <p:cNvPicPr preferRelativeResize="0"/>
          <p:nvPr/>
        </p:nvPicPr>
        <p:blipFill rotWithShape="1">
          <a:blip r:embed="rId1"/>
          <a:srcRect/>
          <a:stretch>
            <a:fillRect/>
          </a:stretch>
        </p:blipFill>
        <p:spPr>
          <a:xfrm>
            <a:off x="8039153" y="1777905"/>
            <a:ext cx="757837" cy="687315"/>
          </a:xfrm>
          <a:prstGeom prst="rect">
            <a:avLst/>
          </a:prstGeom>
          <a:noFill/>
          <a:ln>
            <a:noFill/>
          </a:ln>
        </p:spPr>
      </p:pic>
      <p:pic>
        <p:nvPicPr>
          <p:cNvPr id="422" name="Google Shape;422;p51" descr="A picture containing drawing&#10;&#10;Description automatically generated"/>
          <p:cNvPicPr preferRelativeResize="0"/>
          <p:nvPr/>
        </p:nvPicPr>
        <p:blipFill rotWithShape="1">
          <a:blip r:embed="rId2"/>
          <a:srcRect/>
          <a:stretch>
            <a:fillRect/>
          </a:stretch>
        </p:blipFill>
        <p:spPr>
          <a:xfrm>
            <a:off x="7962803" y="2751247"/>
            <a:ext cx="910535" cy="893284"/>
          </a:xfrm>
          <a:prstGeom prst="rect">
            <a:avLst/>
          </a:prstGeom>
          <a:noFill/>
          <a:ln>
            <a:noFill/>
          </a:ln>
        </p:spPr>
      </p:pic>
      <p:pic>
        <p:nvPicPr>
          <p:cNvPr id="423" name="Google Shape;423;p51"/>
          <p:cNvPicPr preferRelativeResize="0"/>
          <p:nvPr/>
        </p:nvPicPr>
        <p:blipFill>
          <a:blip r:embed="rId3"/>
          <a:stretch>
            <a:fillRect/>
          </a:stretch>
        </p:blipFill>
        <p:spPr>
          <a:xfrm>
            <a:off x="992375" y="4773050"/>
            <a:ext cx="586850" cy="370450"/>
          </a:xfrm>
          <a:prstGeom prst="rect">
            <a:avLst/>
          </a:prstGeom>
          <a:noFill/>
          <a:ln>
            <a:noFill/>
          </a:ln>
        </p:spPr>
      </p:pic>
      <p:sp>
        <p:nvSpPr>
          <p:cNvPr id="424" name="Google Shape;424;p51"/>
          <p:cNvSpPr txBox="1"/>
          <p:nvPr/>
        </p:nvSpPr>
        <p:spPr>
          <a:xfrm>
            <a:off x="321150" y="1845650"/>
            <a:ext cx="7340700" cy="812700"/>
          </a:xfrm>
          <a:prstGeom prst="rect">
            <a:avLst/>
          </a:prstGeom>
          <a:noFill/>
          <a:ln>
            <a:noFill/>
          </a:ln>
        </p:spPr>
        <p:txBody>
          <a:bodyPr spcFirstLastPara="1" wrap="square" lIns="91425" tIns="91425" rIns="91425" bIns="91425" anchor="t" anchorCtr="0">
            <a:noAutofit/>
          </a:bodyPr>
          <a:lstStyle/>
          <a:p>
            <a:pPr marL="457200" lvl="0" indent="0" algn="l" rtl="0">
              <a:lnSpc>
                <a:spcPct val="200000"/>
              </a:lnSpc>
              <a:spcBef>
                <a:spcPts val="0"/>
              </a:spcBef>
              <a:spcAft>
                <a:spcPts val="0"/>
              </a:spcAft>
              <a:buNone/>
            </a:pPr>
            <a:r>
              <a:rPr lang="en-US" sz="1800">
                <a:solidFill>
                  <a:schemeClr val="dk1"/>
                </a:solidFill>
                <a:highlight>
                  <a:srgbClr val="FFFFFF"/>
                </a:highlight>
              </a:rPr>
              <a:t>s </a:t>
            </a:r>
            <a:r>
              <a:rPr lang="en-US" sz="1800">
                <a:solidFill>
                  <a:srgbClr val="9A6E3A"/>
                </a:solidFill>
                <a:highlight>
                  <a:srgbClr val="FFFFFF"/>
                </a:highlight>
              </a:rPr>
              <a:t>:=</a:t>
            </a:r>
            <a:r>
              <a:rPr lang="en-US" sz="1800">
                <a:solidFill>
                  <a:schemeClr val="dk1"/>
                </a:solidFill>
                <a:highlight>
                  <a:srgbClr val="FFFFFF"/>
                </a:highlight>
              </a:rPr>
              <a:t> </a:t>
            </a:r>
            <a:r>
              <a:rPr lang="en-US" sz="1800">
                <a:solidFill>
                  <a:srgbClr val="669900"/>
                </a:solidFill>
                <a:highlight>
                  <a:srgbClr val="FFFFFF"/>
                </a:highlight>
              </a:rPr>
              <a:t>"hello"</a:t>
            </a:r>
            <a:r>
              <a:rPr lang="en-US" sz="1800">
                <a:solidFill>
                  <a:schemeClr val="dk1"/>
                </a:solidFill>
                <a:highlight>
                  <a:srgbClr val="FFFFFF"/>
                </a:highlight>
              </a:rPr>
              <a:t> </a:t>
            </a:r>
            <a:r>
              <a:rPr lang="en-US" sz="1800">
                <a:solidFill>
                  <a:srgbClr val="9A6E3A"/>
                </a:solidFill>
                <a:highlight>
                  <a:srgbClr val="FFFFFF"/>
                </a:highlight>
              </a:rPr>
              <a:t>+</a:t>
            </a:r>
            <a:r>
              <a:rPr lang="en-US" sz="1800">
                <a:solidFill>
                  <a:schemeClr val="dk1"/>
                </a:solidFill>
                <a:highlight>
                  <a:srgbClr val="FFFFFF"/>
                </a:highlight>
              </a:rPr>
              <a:t> </a:t>
            </a:r>
            <a:r>
              <a:rPr lang="en-US" sz="1800">
                <a:solidFill>
                  <a:srgbClr val="669900"/>
                </a:solidFill>
                <a:highlight>
                  <a:srgbClr val="FFFFFF"/>
                </a:highlight>
              </a:rPr>
              <a:t>", world"</a:t>
            </a:r>
            <a:endParaRPr sz="1800">
              <a:solidFill>
                <a:schemeClr val="dk1"/>
              </a:solidFill>
              <a:highlight>
                <a:srgbClr val="FFFFFF"/>
              </a:highlight>
            </a:endParaRPr>
          </a:p>
          <a:p>
            <a:pPr marL="457200" lvl="0" indent="0" algn="l" rtl="0">
              <a:lnSpc>
                <a:spcPct val="200000"/>
              </a:lnSpc>
              <a:spcBef>
                <a:spcPts val="0"/>
              </a:spcBef>
              <a:spcAft>
                <a:spcPts val="0"/>
              </a:spcAft>
              <a:buNone/>
            </a:pPr>
            <a:r>
              <a:rPr lang="en-US" sz="1800">
                <a:solidFill>
                  <a:schemeClr val="dk1"/>
                </a:solidFill>
                <a:highlight>
                  <a:srgbClr val="FFFFFF"/>
                </a:highlight>
              </a:rPr>
              <a:t>fmt</a:t>
            </a:r>
            <a:r>
              <a:rPr lang="en-US" sz="1800">
                <a:solidFill>
                  <a:srgbClr val="999999"/>
                </a:solidFill>
                <a:highlight>
                  <a:srgbClr val="FFFFFF"/>
                </a:highlight>
              </a:rPr>
              <a:t>.</a:t>
            </a:r>
            <a:r>
              <a:rPr lang="en-US" sz="1800">
                <a:solidFill>
                  <a:srgbClr val="DD4A68"/>
                </a:solidFill>
                <a:highlight>
                  <a:srgbClr val="FFFFFF"/>
                </a:highlight>
              </a:rPr>
              <a:t>Println</a:t>
            </a:r>
            <a:r>
              <a:rPr lang="en-US" sz="1800">
                <a:solidFill>
                  <a:srgbClr val="999999"/>
                </a:solidFill>
                <a:highlight>
                  <a:srgbClr val="FFFFFF"/>
                </a:highlight>
              </a:rPr>
              <a:t>(</a:t>
            </a:r>
            <a:r>
              <a:rPr lang="en-US" sz="1800">
                <a:solidFill>
                  <a:srgbClr val="DD4A68"/>
                </a:solidFill>
                <a:highlight>
                  <a:srgbClr val="FFFFFF"/>
                </a:highlight>
              </a:rPr>
              <a:t>len</a:t>
            </a:r>
            <a:r>
              <a:rPr lang="en-US" sz="1800">
                <a:solidFill>
                  <a:srgbClr val="999999"/>
                </a:solidFill>
                <a:highlight>
                  <a:srgbClr val="FFFFFF"/>
                </a:highlight>
              </a:rPr>
              <a:t>(</a:t>
            </a:r>
            <a:r>
              <a:rPr lang="en-US" sz="1800">
                <a:solidFill>
                  <a:schemeClr val="dk1"/>
                </a:solidFill>
                <a:highlight>
                  <a:srgbClr val="FFFFFF"/>
                </a:highlight>
              </a:rPr>
              <a:t>s</a:t>
            </a:r>
            <a:r>
              <a:rPr lang="en-US" sz="1800">
                <a:solidFill>
                  <a:srgbClr val="999999"/>
                </a:solidFill>
                <a:highlight>
                  <a:srgbClr val="FFFFFF"/>
                </a:highlight>
              </a:rPr>
              <a:t>))</a:t>
            </a:r>
            <a:r>
              <a:rPr lang="en-US" sz="1800">
                <a:solidFill>
                  <a:schemeClr val="dk1"/>
                </a:solidFill>
                <a:highlight>
                  <a:srgbClr val="FFFFFF"/>
                </a:highlight>
              </a:rPr>
              <a:t>       </a:t>
            </a:r>
            <a:r>
              <a:rPr lang="en-US" sz="1800">
                <a:solidFill>
                  <a:srgbClr val="708090"/>
                </a:solidFill>
                <a:highlight>
                  <a:srgbClr val="FFFFFF"/>
                </a:highlight>
              </a:rPr>
              <a:t>// "12"</a:t>
            </a:r>
            <a:endParaRPr sz="1800">
              <a:solidFill>
                <a:schemeClr val="dk1"/>
              </a:solidFill>
              <a:highlight>
                <a:srgbClr val="FFFFFF"/>
              </a:highlight>
            </a:endParaRPr>
          </a:p>
          <a:p>
            <a:pPr marL="457200" lvl="0" indent="0" algn="l" rtl="0">
              <a:lnSpc>
                <a:spcPct val="200000"/>
              </a:lnSpc>
              <a:spcBef>
                <a:spcPts val="0"/>
              </a:spcBef>
              <a:spcAft>
                <a:spcPts val="0"/>
              </a:spcAft>
              <a:buNone/>
            </a:pPr>
            <a:r>
              <a:rPr lang="en-US" sz="1800">
                <a:solidFill>
                  <a:schemeClr val="dk1"/>
                </a:solidFill>
                <a:highlight>
                  <a:srgbClr val="FFFFFF"/>
                </a:highlight>
              </a:rPr>
              <a:t>fmt</a:t>
            </a:r>
            <a:r>
              <a:rPr lang="en-US" sz="1800">
                <a:solidFill>
                  <a:srgbClr val="999999"/>
                </a:solidFill>
                <a:highlight>
                  <a:srgbClr val="FFFFFF"/>
                </a:highlight>
              </a:rPr>
              <a:t>.</a:t>
            </a:r>
            <a:r>
              <a:rPr lang="en-US" sz="1800">
                <a:solidFill>
                  <a:srgbClr val="DD4A68"/>
                </a:solidFill>
                <a:highlight>
                  <a:srgbClr val="FFFFFF"/>
                </a:highlight>
              </a:rPr>
              <a:t>Println</a:t>
            </a:r>
            <a:r>
              <a:rPr lang="en-US" sz="1800">
                <a:solidFill>
                  <a:srgbClr val="999999"/>
                </a:solidFill>
                <a:highlight>
                  <a:srgbClr val="FFFFFF"/>
                </a:highlight>
              </a:rPr>
              <a:t>(</a:t>
            </a:r>
            <a:r>
              <a:rPr lang="en-US" sz="1800">
                <a:solidFill>
                  <a:schemeClr val="dk1"/>
                </a:solidFill>
                <a:highlight>
                  <a:srgbClr val="FFFFFF"/>
                </a:highlight>
              </a:rPr>
              <a:t>s</a:t>
            </a:r>
            <a:r>
              <a:rPr lang="en-US" sz="1800">
                <a:solidFill>
                  <a:srgbClr val="999999"/>
                </a:solidFill>
                <a:highlight>
                  <a:srgbClr val="FFFFFF"/>
                </a:highlight>
              </a:rPr>
              <a:t>[</a:t>
            </a:r>
            <a:r>
              <a:rPr lang="en-US" sz="1800">
                <a:solidFill>
                  <a:srgbClr val="990055"/>
                </a:solidFill>
                <a:highlight>
                  <a:srgbClr val="FFFFFF"/>
                </a:highlight>
              </a:rPr>
              <a:t>0</a:t>
            </a:r>
            <a:r>
              <a:rPr lang="en-US" sz="1800">
                <a:solidFill>
                  <a:srgbClr val="999999"/>
                </a:solidFill>
                <a:highlight>
                  <a:srgbClr val="FFFFFF"/>
                </a:highlight>
              </a:rPr>
              <a:t>],</a:t>
            </a:r>
            <a:r>
              <a:rPr lang="en-US" sz="1800">
                <a:solidFill>
                  <a:schemeClr val="dk1"/>
                </a:solidFill>
                <a:highlight>
                  <a:srgbClr val="FFFFFF"/>
                </a:highlight>
              </a:rPr>
              <a:t> s</a:t>
            </a:r>
            <a:r>
              <a:rPr lang="en-US" sz="1800">
                <a:solidFill>
                  <a:srgbClr val="999999"/>
                </a:solidFill>
                <a:highlight>
                  <a:srgbClr val="FFFFFF"/>
                </a:highlight>
              </a:rPr>
              <a:t>[</a:t>
            </a:r>
            <a:r>
              <a:rPr lang="en-US" sz="1800">
                <a:solidFill>
                  <a:srgbClr val="990055"/>
                </a:solidFill>
                <a:highlight>
                  <a:srgbClr val="FFFFFF"/>
                </a:highlight>
              </a:rPr>
              <a:t>7</a:t>
            </a:r>
            <a:r>
              <a:rPr lang="en-US" sz="1800">
                <a:solidFill>
                  <a:srgbClr val="999999"/>
                </a:solidFill>
                <a:highlight>
                  <a:srgbClr val="FFFFFF"/>
                </a:highlight>
              </a:rPr>
              <a:t>])</a:t>
            </a:r>
            <a:r>
              <a:rPr lang="en-US" sz="1800">
                <a:solidFill>
                  <a:schemeClr val="dk1"/>
                </a:solidFill>
                <a:highlight>
                  <a:srgbClr val="FFFFFF"/>
                </a:highlight>
              </a:rPr>
              <a:t>   </a:t>
            </a:r>
            <a:r>
              <a:rPr lang="en-US" sz="1800">
                <a:solidFill>
                  <a:srgbClr val="708090"/>
                </a:solidFill>
                <a:highlight>
                  <a:srgbClr val="FFFFFF"/>
                </a:highlight>
              </a:rPr>
              <a:t>// "104 119"  ('h' and 'w')</a:t>
            </a:r>
            <a:endParaRPr sz="1800">
              <a:solidFill>
                <a:schemeClr val="dk1"/>
              </a:solidFill>
              <a:highlight>
                <a:srgbClr val="FFFFFF"/>
              </a:highlight>
            </a:endParaRPr>
          </a:p>
          <a:p>
            <a:pPr marL="101600" lvl="0" indent="355600" algn="l" rtl="0">
              <a:lnSpc>
                <a:spcPct val="120000"/>
              </a:lnSpc>
              <a:spcBef>
                <a:spcPts val="0"/>
              </a:spcBef>
              <a:spcAft>
                <a:spcPts val="0"/>
              </a:spcAft>
              <a:buNone/>
            </a:pPr>
            <a:r>
              <a:rPr lang="en-US" sz="1800">
                <a:solidFill>
                  <a:schemeClr val="dk1"/>
                </a:solidFill>
                <a:highlight>
                  <a:srgbClr val="FFFFFF"/>
                </a:highlight>
              </a:rPr>
              <a:t>fmt</a:t>
            </a:r>
            <a:r>
              <a:rPr lang="en-US" sz="1800">
                <a:solidFill>
                  <a:srgbClr val="999999"/>
                </a:solidFill>
                <a:highlight>
                  <a:srgbClr val="FFFFFF"/>
                </a:highlight>
              </a:rPr>
              <a:t>.</a:t>
            </a:r>
            <a:r>
              <a:rPr lang="en-US" sz="1800">
                <a:solidFill>
                  <a:srgbClr val="DD4A68"/>
                </a:solidFill>
                <a:highlight>
                  <a:srgbClr val="FFFFFF"/>
                </a:highlight>
              </a:rPr>
              <a:t>Println</a:t>
            </a:r>
            <a:r>
              <a:rPr lang="en-US" sz="1800">
                <a:solidFill>
                  <a:srgbClr val="999999"/>
                </a:solidFill>
                <a:highlight>
                  <a:srgbClr val="FFFFFF"/>
                </a:highlight>
              </a:rPr>
              <a:t>(</a:t>
            </a:r>
            <a:r>
              <a:rPr lang="en-US" sz="1800">
                <a:solidFill>
                  <a:schemeClr val="dk1"/>
                </a:solidFill>
                <a:highlight>
                  <a:srgbClr val="FFFFFF"/>
                </a:highlight>
              </a:rPr>
              <a:t>s</a:t>
            </a:r>
            <a:r>
              <a:rPr lang="en-US" sz="1800">
                <a:solidFill>
                  <a:srgbClr val="999999"/>
                </a:solidFill>
                <a:highlight>
                  <a:srgbClr val="FFFFFF"/>
                </a:highlight>
              </a:rPr>
              <a:t>[:</a:t>
            </a:r>
            <a:r>
              <a:rPr lang="en-US" sz="1800">
                <a:solidFill>
                  <a:srgbClr val="990055"/>
                </a:solidFill>
                <a:highlight>
                  <a:srgbClr val="FFFFFF"/>
                </a:highlight>
              </a:rPr>
              <a:t>5</a:t>
            </a:r>
            <a:r>
              <a:rPr lang="en-US" sz="1800">
                <a:solidFill>
                  <a:srgbClr val="999999"/>
                </a:solidFill>
                <a:highlight>
                  <a:srgbClr val="FFFFFF"/>
                </a:highlight>
              </a:rPr>
              <a:t>],</a:t>
            </a:r>
            <a:r>
              <a:rPr lang="en-US" sz="1800">
                <a:solidFill>
                  <a:schemeClr val="dk1"/>
                </a:solidFill>
                <a:highlight>
                  <a:srgbClr val="FFFFFF"/>
                </a:highlight>
              </a:rPr>
              <a:t> s</a:t>
            </a:r>
            <a:r>
              <a:rPr lang="en-US" sz="1800">
                <a:solidFill>
                  <a:srgbClr val="999999"/>
                </a:solidFill>
                <a:highlight>
                  <a:srgbClr val="FFFFFF"/>
                </a:highlight>
              </a:rPr>
              <a:t>[</a:t>
            </a:r>
            <a:r>
              <a:rPr lang="en-US" sz="1800">
                <a:solidFill>
                  <a:srgbClr val="990055"/>
                </a:solidFill>
                <a:highlight>
                  <a:srgbClr val="FFFFFF"/>
                </a:highlight>
              </a:rPr>
              <a:t>7</a:t>
            </a:r>
            <a:r>
              <a:rPr lang="en-US" sz="1800">
                <a:solidFill>
                  <a:srgbClr val="999999"/>
                </a:solidFill>
                <a:highlight>
                  <a:srgbClr val="FFFFFF"/>
                </a:highlight>
              </a:rPr>
              <a:t>:])</a:t>
            </a:r>
            <a:r>
              <a:rPr lang="en-US" sz="1800">
                <a:solidFill>
                  <a:schemeClr val="dk1"/>
                </a:solidFill>
                <a:highlight>
                  <a:srgbClr val="FFFFFF"/>
                </a:highlight>
              </a:rPr>
              <a:t> </a:t>
            </a:r>
            <a:r>
              <a:rPr lang="en-US" sz="1800">
                <a:solidFill>
                  <a:srgbClr val="708090"/>
                </a:solidFill>
                <a:highlight>
                  <a:srgbClr val="FFFFFF"/>
                </a:highlight>
              </a:rPr>
              <a:t>// "hello" "world"</a:t>
            </a:r>
            <a:endParaRPr sz="1800">
              <a:highlight>
                <a:srgbClr val="FFFFFF"/>
              </a:highlight>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428" name="Shape 428"/>
        <p:cNvGrpSpPr/>
        <p:nvPr/>
      </p:nvGrpSpPr>
      <p:grpSpPr>
        <a:xfrm>
          <a:off x="0" y="0"/>
          <a:ext cx="0" cy="0"/>
          <a:chOff x="0" y="0"/>
          <a:chExt cx="0" cy="0"/>
        </a:xfrm>
      </p:grpSpPr>
      <p:sp>
        <p:nvSpPr>
          <p:cNvPr id="429" name="Google Shape;429;p52"/>
          <p:cNvSpPr txBox="1"/>
          <p:nvPr>
            <p:ph type="title"/>
          </p:nvPr>
        </p:nvSpPr>
        <p:spPr>
          <a:xfrm>
            <a:off x="321144" y="246401"/>
            <a:ext cx="7340700" cy="86670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Clr>
                <a:schemeClr val="lt1"/>
              </a:buClr>
              <a:buSzPts val="3300"/>
              <a:buFont typeface="Roboto" panose="02000000000000000000"/>
              <a:buNone/>
            </a:pPr>
            <a:r>
              <a:rPr lang="en-US"/>
              <a:t>Strings </a:t>
            </a:r>
            <a:r>
              <a:rPr lang="en-US"/>
              <a:t>🧪</a:t>
            </a:r>
            <a:endParaRPr lang="en-US"/>
          </a:p>
        </p:txBody>
      </p:sp>
      <p:pic>
        <p:nvPicPr>
          <p:cNvPr id="430" name="Google Shape;430;p52" descr="A picture containing drawing&#10;&#10;Description automatically generated"/>
          <p:cNvPicPr preferRelativeResize="0"/>
          <p:nvPr/>
        </p:nvPicPr>
        <p:blipFill rotWithShape="1">
          <a:blip r:embed="rId1"/>
          <a:srcRect/>
          <a:stretch>
            <a:fillRect/>
          </a:stretch>
        </p:blipFill>
        <p:spPr>
          <a:xfrm>
            <a:off x="8039153" y="1777905"/>
            <a:ext cx="757837" cy="687315"/>
          </a:xfrm>
          <a:prstGeom prst="rect">
            <a:avLst/>
          </a:prstGeom>
          <a:noFill/>
          <a:ln>
            <a:noFill/>
          </a:ln>
        </p:spPr>
      </p:pic>
      <p:pic>
        <p:nvPicPr>
          <p:cNvPr id="431" name="Google Shape;431;p52" descr="A picture containing drawing&#10;&#10;Description automatically generated"/>
          <p:cNvPicPr preferRelativeResize="0"/>
          <p:nvPr/>
        </p:nvPicPr>
        <p:blipFill rotWithShape="1">
          <a:blip r:embed="rId2"/>
          <a:srcRect/>
          <a:stretch>
            <a:fillRect/>
          </a:stretch>
        </p:blipFill>
        <p:spPr>
          <a:xfrm>
            <a:off x="7962803" y="2751247"/>
            <a:ext cx="910535" cy="893284"/>
          </a:xfrm>
          <a:prstGeom prst="rect">
            <a:avLst/>
          </a:prstGeom>
          <a:noFill/>
          <a:ln>
            <a:noFill/>
          </a:ln>
        </p:spPr>
      </p:pic>
      <p:pic>
        <p:nvPicPr>
          <p:cNvPr id="432" name="Google Shape;432;p52"/>
          <p:cNvPicPr preferRelativeResize="0"/>
          <p:nvPr/>
        </p:nvPicPr>
        <p:blipFill>
          <a:blip r:embed="rId3"/>
          <a:stretch>
            <a:fillRect/>
          </a:stretch>
        </p:blipFill>
        <p:spPr>
          <a:xfrm>
            <a:off x="992375" y="4773050"/>
            <a:ext cx="586850" cy="370450"/>
          </a:xfrm>
          <a:prstGeom prst="rect">
            <a:avLst/>
          </a:prstGeom>
          <a:noFill/>
          <a:ln>
            <a:noFill/>
          </a:ln>
        </p:spPr>
      </p:pic>
      <p:sp>
        <p:nvSpPr>
          <p:cNvPr id="433" name="Google Shape;433;p52"/>
          <p:cNvSpPr txBox="1"/>
          <p:nvPr/>
        </p:nvSpPr>
        <p:spPr>
          <a:xfrm>
            <a:off x="321150" y="1845650"/>
            <a:ext cx="7340700" cy="812700"/>
          </a:xfrm>
          <a:prstGeom prst="rect">
            <a:avLst/>
          </a:prstGeom>
          <a:noFill/>
          <a:ln>
            <a:noFill/>
          </a:ln>
        </p:spPr>
        <p:txBody>
          <a:bodyPr spcFirstLastPara="1" wrap="square" lIns="91425" tIns="91425" rIns="91425" bIns="91425" anchor="t" anchorCtr="0">
            <a:noAutofit/>
          </a:bodyPr>
          <a:lstStyle/>
          <a:p>
            <a:pPr marL="101600" lvl="0" indent="0" algn="l" rtl="0">
              <a:lnSpc>
                <a:spcPct val="120000"/>
              </a:lnSpc>
              <a:spcBef>
                <a:spcPts val="0"/>
              </a:spcBef>
              <a:spcAft>
                <a:spcPts val="0"/>
              </a:spcAft>
              <a:buNone/>
            </a:pPr>
            <a:r>
              <a:rPr lang="en-US" i="1">
                <a:solidFill>
                  <a:schemeClr val="dk1"/>
                </a:solidFill>
                <a:highlight>
                  <a:srgbClr val="FFFFFF"/>
                </a:highlight>
              </a:rPr>
              <a:t>⏳ 5 min</a:t>
            </a:r>
            <a:br>
              <a:rPr lang="en-US" sz="1800">
                <a:solidFill>
                  <a:schemeClr val="dk1"/>
                </a:solidFill>
                <a:highlight>
                  <a:srgbClr val="FFFFFF"/>
                </a:highlight>
              </a:rPr>
            </a:br>
            <a:r>
              <a:rPr lang="en-US" sz="1800">
                <a:solidFill>
                  <a:schemeClr val="dk1"/>
                </a:solidFill>
                <a:highlight>
                  <a:srgbClr val="FFFFFF"/>
                </a:highlight>
              </a:rPr>
              <a:t>Given a string containing numbers separated by commas</a:t>
            </a:r>
            <a:r>
              <a:rPr lang="en-US" sz="1800">
                <a:solidFill>
                  <a:schemeClr val="dk1"/>
                </a:solidFill>
                <a:highlight>
                  <a:srgbClr val="FFFFFF"/>
                </a:highlight>
              </a:rPr>
              <a:t>, return a collection of string representing the same numbers.</a:t>
            </a:r>
            <a:endParaRPr sz="1800">
              <a:solidFill>
                <a:schemeClr val="dk1"/>
              </a:solidFill>
              <a:highlight>
                <a:srgbClr val="FFFFFF"/>
              </a:highlight>
            </a:endParaRPr>
          </a:p>
          <a:p>
            <a:pPr marL="101600" lvl="0" indent="0" algn="l" rtl="0">
              <a:lnSpc>
                <a:spcPct val="120000"/>
              </a:lnSpc>
              <a:spcBef>
                <a:spcPts val="0"/>
              </a:spcBef>
              <a:spcAft>
                <a:spcPts val="0"/>
              </a:spcAft>
              <a:buNone/>
            </a:pPr>
            <a:endParaRPr sz="1800">
              <a:solidFill>
                <a:schemeClr val="dk1"/>
              </a:solidFill>
              <a:highlight>
                <a:srgbClr val="FFFFFF"/>
              </a:highlight>
            </a:endParaRPr>
          </a:p>
          <a:p>
            <a:pPr marL="101600" lvl="0" indent="0" algn="l" rtl="0">
              <a:lnSpc>
                <a:spcPct val="120000"/>
              </a:lnSpc>
              <a:spcBef>
                <a:spcPts val="0"/>
              </a:spcBef>
              <a:spcAft>
                <a:spcPts val="0"/>
              </a:spcAft>
              <a:buNone/>
            </a:pPr>
            <a:r>
              <a:rPr lang="en-US" sz="1800">
                <a:solidFill>
                  <a:schemeClr val="dk1"/>
                </a:solidFill>
                <a:highlight>
                  <a:srgbClr val="FFFFFF"/>
                </a:highlight>
              </a:rPr>
              <a:t>💻 </a:t>
            </a:r>
            <a:r>
              <a:rPr lang="en-US" sz="1800" u="sng">
                <a:solidFill>
                  <a:schemeClr val="hlink"/>
                </a:solidFill>
                <a:highlight>
                  <a:srgbClr val="FFFFFF"/>
                </a:highlight>
                <a:hlinkClick r:id="rId4"/>
              </a:rPr>
              <a:t>https://play.golang.org/p/fAAGTfiGihw</a:t>
            </a:r>
            <a:endParaRPr sz="1800">
              <a:solidFill>
                <a:schemeClr val="dk1"/>
              </a:solidFill>
              <a:highlight>
                <a:srgbClr val="FFFFFF"/>
              </a:highlight>
            </a:endParaRPr>
          </a:p>
          <a:p>
            <a:pPr marL="101600" lvl="0" indent="0" algn="l" rtl="0">
              <a:lnSpc>
                <a:spcPct val="120000"/>
              </a:lnSpc>
              <a:spcBef>
                <a:spcPts val="0"/>
              </a:spcBef>
              <a:spcAft>
                <a:spcPts val="0"/>
              </a:spcAft>
              <a:buNone/>
            </a:pPr>
            <a:endParaRPr sz="1800">
              <a:solidFill>
                <a:schemeClr val="dk1"/>
              </a:solidFill>
              <a:highlight>
                <a:srgbClr val="FFFFFF"/>
              </a:highlight>
            </a:endParaRPr>
          </a:p>
          <a:p>
            <a:pPr marL="101600" lvl="0" indent="0" algn="l" rtl="0">
              <a:lnSpc>
                <a:spcPct val="120000"/>
              </a:lnSpc>
              <a:spcBef>
                <a:spcPts val="0"/>
              </a:spcBef>
              <a:spcAft>
                <a:spcPts val="0"/>
              </a:spcAft>
              <a:buNone/>
            </a:pPr>
            <a:r>
              <a:rPr lang="en-US" sz="1800">
                <a:solidFill>
                  <a:schemeClr val="dk1"/>
                </a:solidFill>
                <a:highlight>
                  <a:srgbClr val="FFFFFF"/>
                </a:highlight>
              </a:rPr>
              <a:t>✅ </a:t>
            </a:r>
            <a:r>
              <a:rPr lang="en-US" sz="1800" u="sng">
                <a:solidFill>
                  <a:schemeClr val="hlink"/>
                </a:solidFill>
                <a:highlight>
                  <a:srgbClr val="FFFFFF"/>
                </a:highlight>
                <a:hlinkClick r:id="rId5"/>
              </a:rPr>
              <a:t>https://play.golang.org/p/Gp1stCgqq8t</a:t>
            </a:r>
            <a:endParaRPr sz="1800">
              <a:solidFill>
                <a:schemeClr val="dk1"/>
              </a:solidFill>
              <a:highlight>
                <a:srgbClr val="FFFFFF"/>
              </a:highlight>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437" name="Shape 437"/>
        <p:cNvGrpSpPr/>
        <p:nvPr/>
      </p:nvGrpSpPr>
      <p:grpSpPr>
        <a:xfrm>
          <a:off x="0" y="0"/>
          <a:ext cx="0" cy="0"/>
          <a:chOff x="0" y="0"/>
          <a:chExt cx="0" cy="0"/>
        </a:xfrm>
      </p:grpSpPr>
      <p:sp>
        <p:nvSpPr>
          <p:cNvPr id="438" name="Google Shape;438;p53"/>
          <p:cNvSpPr txBox="1"/>
          <p:nvPr/>
        </p:nvSpPr>
        <p:spPr>
          <a:xfrm>
            <a:off x="321150" y="1845650"/>
            <a:ext cx="7340700" cy="812700"/>
          </a:xfrm>
          <a:prstGeom prst="rect">
            <a:avLst/>
          </a:prstGeom>
          <a:noFill/>
          <a:ln>
            <a:noFill/>
          </a:ln>
        </p:spPr>
        <p:txBody>
          <a:bodyPr spcFirstLastPara="1" wrap="square" lIns="91425" tIns="91425" rIns="91425" bIns="91425" anchor="t" anchorCtr="0">
            <a:noAutofit/>
          </a:bodyPr>
          <a:lstStyle/>
          <a:p>
            <a:pPr marL="457200" lvl="0" indent="-342900" algn="l" rtl="0">
              <a:lnSpc>
                <a:spcPct val="120000"/>
              </a:lnSpc>
              <a:spcBef>
                <a:spcPts val="0"/>
              </a:spcBef>
              <a:spcAft>
                <a:spcPts val="0"/>
              </a:spcAft>
              <a:buSzPts val="1800"/>
              <a:buChar char="●"/>
            </a:pPr>
            <a:r>
              <a:rPr lang="en-US" sz="1800">
                <a:solidFill>
                  <a:schemeClr val="dk1"/>
                </a:solidFill>
                <a:highlight>
                  <a:srgbClr val="FFFFFF"/>
                </a:highlight>
              </a:rPr>
              <a:t>Some of the basic types (such as </a:t>
            </a:r>
            <a:r>
              <a:rPr lang="en-US" sz="1800" i="1">
                <a:solidFill>
                  <a:schemeClr val="dk1"/>
                </a:solidFill>
                <a:highlight>
                  <a:srgbClr val="FFFFFF"/>
                </a:highlight>
              </a:rPr>
              <a:t>numbers</a:t>
            </a:r>
            <a:r>
              <a:rPr lang="en-US" sz="1800">
                <a:solidFill>
                  <a:schemeClr val="dk1"/>
                </a:solidFill>
                <a:highlight>
                  <a:srgbClr val="FFFFFF"/>
                </a:highlight>
              </a:rPr>
              <a:t>) can be converted to a type </a:t>
            </a:r>
            <a:r>
              <a:rPr lang="en-US" sz="1800" b="1">
                <a:solidFill>
                  <a:schemeClr val="dk1"/>
                </a:solidFill>
                <a:highlight>
                  <a:srgbClr val="FFFFFF"/>
                </a:highlight>
              </a:rPr>
              <a:t>T</a:t>
            </a:r>
            <a:r>
              <a:rPr lang="en-US" sz="1800">
                <a:solidFill>
                  <a:schemeClr val="dk1"/>
                </a:solidFill>
                <a:highlight>
                  <a:srgbClr val="FFFFFF"/>
                </a:highlight>
              </a:rPr>
              <a:t> using </a:t>
            </a:r>
            <a:r>
              <a:rPr lang="en-US" sz="1800" b="1">
                <a:solidFill>
                  <a:schemeClr val="dk1"/>
                </a:solidFill>
                <a:highlight>
                  <a:srgbClr val="FFFFFF"/>
                </a:highlight>
              </a:rPr>
              <a:t>T(x)</a:t>
            </a:r>
            <a:r>
              <a:rPr lang="en-US" sz="1800">
                <a:solidFill>
                  <a:schemeClr val="dk1"/>
                </a:solidFill>
                <a:highlight>
                  <a:srgbClr val="FFFFFF"/>
                </a:highlight>
              </a:rPr>
              <a:t> where </a:t>
            </a:r>
            <a:r>
              <a:rPr lang="en-US" sz="1800" i="1">
                <a:solidFill>
                  <a:schemeClr val="dk1"/>
                </a:solidFill>
                <a:highlight>
                  <a:srgbClr val="FFFFFF"/>
                </a:highlight>
              </a:rPr>
              <a:t>x </a:t>
            </a:r>
            <a:r>
              <a:rPr lang="en-US" sz="1800">
                <a:solidFill>
                  <a:schemeClr val="dk1"/>
                </a:solidFill>
                <a:highlight>
                  <a:srgbClr val="FFFFFF"/>
                </a:highlight>
              </a:rPr>
              <a:t>is the name of the </a:t>
            </a:r>
            <a:r>
              <a:rPr lang="en-US" sz="1800" i="1">
                <a:solidFill>
                  <a:schemeClr val="dk1"/>
                </a:solidFill>
                <a:highlight>
                  <a:srgbClr val="FFFFFF"/>
                </a:highlight>
              </a:rPr>
              <a:t>variable</a:t>
            </a:r>
            <a:br>
              <a:rPr lang="en-US" sz="1800" i="1">
                <a:solidFill>
                  <a:schemeClr val="dk1"/>
                </a:solidFill>
                <a:highlight>
                  <a:srgbClr val="FFFFFF"/>
                </a:highlight>
              </a:rPr>
            </a:br>
            <a:br>
              <a:rPr lang="en-US" sz="1800" i="1">
                <a:solidFill>
                  <a:schemeClr val="dk1"/>
                </a:solidFill>
                <a:highlight>
                  <a:srgbClr val="FFFFFF"/>
                </a:highlight>
              </a:rPr>
            </a:br>
            <a:r>
              <a:rPr lang="en-US" sz="1800" i="1">
                <a:solidFill>
                  <a:schemeClr val="dk1"/>
                </a:solidFill>
                <a:highlight>
                  <a:srgbClr val="FFFFFF"/>
                </a:highlight>
              </a:rPr>
              <a:t>	</a:t>
            </a:r>
            <a:r>
              <a:rPr lang="en-US" sz="1800">
                <a:solidFill>
                  <a:srgbClr val="0077AA"/>
                </a:solidFill>
                <a:highlight>
                  <a:srgbClr val="FFFFFF"/>
                </a:highlight>
              </a:rPr>
              <a:t>var</a:t>
            </a:r>
            <a:r>
              <a:rPr lang="en-US" sz="1800">
                <a:solidFill>
                  <a:schemeClr val="dk1"/>
                </a:solidFill>
                <a:highlight>
                  <a:srgbClr val="FFFFFF"/>
                </a:highlight>
              </a:rPr>
              <a:t> i </a:t>
            </a:r>
            <a:r>
              <a:rPr lang="en-US" sz="1800">
                <a:solidFill>
                  <a:srgbClr val="669900"/>
                </a:solidFill>
                <a:highlight>
                  <a:srgbClr val="FFFFFF"/>
                </a:highlight>
              </a:rPr>
              <a:t>int</a:t>
            </a:r>
            <a:r>
              <a:rPr lang="en-US" sz="1800">
                <a:solidFill>
                  <a:schemeClr val="dk1"/>
                </a:solidFill>
                <a:highlight>
                  <a:srgbClr val="FFFFFF"/>
                </a:highlight>
              </a:rPr>
              <a:t> </a:t>
            </a:r>
            <a:r>
              <a:rPr lang="en-US" sz="1800">
                <a:solidFill>
                  <a:srgbClr val="9A6E3A"/>
                </a:solidFill>
                <a:highlight>
                  <a:srgbClr val="FFFFFF"/>
                </a:highlight>
              </a:rPr>
              <a:t>=</a:t>
            </a:r>
            <a:r>
              <a:rPr lang="en-US" sz="1800">
                <a:solidFill>
                  <a:schemeClr val="dk1"/>
                </a:solidFill>
                <a:highlight>
                  <a:srgbClr val="FFFFFF"/>
                </a:highlight>
              </a:rPr>
              <a:t> </a:t>
            </a:r>
            <a:r>
              <a:rPr lang="en-US" sz="1800">
                <a:solidFill>
                  <a:srgbClr val="990055"/>
                </a:solidFill>
                <a:highlight>
                  <a:srgbClr val="FFFFFF"/>
                </a:highlight>
              </a:rPr>
              <a:t>42</a:t>
            </a:r>
            <a:endParaRPr sz="1800">
              <a:solidFill>
                <a:schemeClr val="dk1"/>
              </a:solidFill>
              <a:highlight>
                <a:srgbClr val="FFFFFF"/>
              </a:highlight>
            </a:endParaRPr>
          </a:p>
          <a:p>
            <a:pPr marL="914400" lvl="0" indent="0" algn="l" rtl="0">
              <a:lnSpc>
                <a:spcPct val="120000"/>
              </a:lnSpc>
              <a:spcBef>
                <a:spcPts val="0"/>
              </a:spcBef>
              <a:spcAft>
                <a:spcPts val="0"/>
              </a:spcAft>
              <a:buNone/>
            </a:pPr>
            <a:r>
              <a:rPr lang="en-US" sz="1800">
                <a:solidFill>
                  <a:srgbClr val="708090"/>
                </a:solidFill>
                <a:highlight>
                  <a:srgbClr val="FFFFFF"/>
                </a:highlight>
              </a:rPr>
              <a:t>// from int to float64</a:t>
            </a:r>
            <a:endParaRPr sz="1800">
              <a:solidFill>
                <a:schemeClr val="dk1"/>
              </a:solidFill>
              <a:highlight>
                <a:srgbClr val="FFFFFF"/>
              </a:highlight>
            </a:endParaRPr>
          </a:p>
          <a:p>
            <a:pPr marL="914400" lvl="0" indent="0" algn="l" rtl="0">
              <a:lnSpc>
                <a:spcPct val="120000"/>
              </a:lnSpc>
              <a:spcBef>
                <a:spcPts val="0"/>
              </a:spcBef>
              <a:spcAft>
                <a:spcPts val="0"/>
              </a:spcAft>
              <a:buNone/>
            </a:pPr>
            <a:r>
              <a:rPr lang="en-US" sz="1800">
                <a:solidFill>
                  <a:srgbClr val="0077AA"/>
                </a:solidFill>
                <a:highlight>
                  <a:srgbClr val="FFFFFF"/>
                </a:highlight>
              </a:rPr>
              <a:t>var</a:t>
            </a:r>
            <a:r>
              <a:rPr lang="en-US" sz="1800">
                <a:solidFill>
                  <a:schemeClr val="dk1"/>
                </a:solidFill>
                <a:highlight>
                  <a:srgbClr val="FFFFFF"/>
                </a:highlight>
              </a:rPr>
              <a:t> f </a:t>
            </a:r>
            <a:r>
              <a:rPr lang="en-US" sz="1800">
                <a:solidFill>
                  <a:srgbClr val="669900"/>
                </a:solidFill>
                <a:highlight>
                  <a:srgbClr val="FFFFFF"/>
                </a:highlight>
              </a:rPr>
              <a:t>float64</a:t>
            </a:r>
            <a:r>
              <a:rPr lang="en-US" sz="1800">
                <a:solidFill>
                  <a:schemeClr val="dk1"/>
                </a:solidFill>
                <a:highlight>
                  <a:srgbClr val="FFFFFF"/>
                </a:highlight>
              </a:rPr>
              <a:t> </a:t>
            </a:r>
            <a:r>
              <a:rPr lang="en-US" sz="1800">
                <a:solidFill>
                  <a:srgbClr val="9A6E3A"/>
                </a:solidFill>
                <a:highlight>
                  <a:srgbClr val="FFFFFF"/>
                </a:highlight>
              </a:rPr>
              <a:t>=</a:t>
            </a:r>
            <a:r>
              <a:rPr lang="en-US" sz="1800">
                <a:solidFill>
                  <a:schemeClr val="dk1"/>
                </a:solidFill>
                <a:highlight>
                  <a:srgbClr val="FFFFFF"/>
                </a:highlight>
              </a:rPr>
              <a:t> </a:t>
            </a:r>
            <a:r>
              <a:rPr lang="en-US" sz="1800">
                <a:solidFill>
                  <a:srgbClr val="DD4A68"/>
                </a:solidFill>
                <a:highlight>
                  <a:srgbClr val="FFFFFF"/>
                </a:highlight>
              </a:rPr>
              <a:t>float64</a:t>
            </a:r>
            <a:r>
              <a:rPr lang="en-US" sz="1800">
                <a:solidFill>
                  <a:srgbClr val="999999"/>
                </a:solidFill>
                <a:highlight>
                  <a:srgbClr val="FFFFFF"/>
                </a:highlight>
              </a:rPr>
              <a:t>(</a:t>
            </a:r>
            <a:r>
              <a:rPr lang="en-US" sz="1800">
                <a:solidFill>
                  <a:schemeClr val="dk1"/>
                </a:solidFill>
                <a:highlight>
                  <a:srgbClr val="FFFFFF"/>
                </a:highlight>
              </a:rPr>
              <a:t>i</a:t>
            </a:r>
            <a:r>
              <a:rPr lang="en-US" sz="1800">
                <a:solidFill>
                  <a:srgbClr val="999999"/>
                </a:solidFill>
                <a:highlight>
                  <a:srgbClr val="FFFFFF"/>
                </a:highlight>
              </a:rPr>
              <a:t>)</a:t>
            </a:r>
            <a:endParaRPr sz="1800">
              <a:solidFill>
                <a:schemeClr val="dk1"/>
              </a:solidFill>
              <a:highlight>
                <a:srgbClr val="FFFFFF"/>
              </a:highlight>
            </a:endParaRPr>
          </a:p>
        </p:txBody>
      </p:sp>
      <p:sp>
        <p:nvSpPr>
          <p:cNvPr id="439" name="Google Shape;439;p53"/>
          <p:cNvSpPr txBox="1"/>
          <p:nvPr>
            <p:ph type="title"/>
          </p:nvPr>
        </p:nvSpPr>
        <p:spPr>
          <a:xfrm>
            <a:off x="321144" y="246401"/>
            <a:ext cx="7340700" cy="86670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Clr>
                <a:schemeClr val="lt1"/>
              </a:buClr>
              <a:buSzPts val="3300"/>
              <a:buFont typeface="Roboto" panose="02000000000000000000"/>
              <a:buNone/>
            </a:pPr>
            <a:r>
              <a:rPr lang="en-US"/>
              <a:t>Type Conversion</a:t>
            </a:r>
            <a:endParaRPr lang="en-US"/>
          </a:p>
        </p:txBody>
      </p:sp>
      <p:pic>
        <p:nvPicPr>
          <p:cNvPr id="440" name="Google Shape;440;p53" descr="A picture containing drawing&#10;&#10;Description automatically generated"/>
          <p:cNvPicPr preferRelativeResize="0"/>
          <p:nvPr/>
        </p:nvPicPr>
        <p:blipFill rotWithShape="1">
          <a:blip r:embed="rId1"/>
          <a:srcRect/>
          <a:stretch>
            <a:fillRect/>
          </a:stretch>
        </p:blipFill>
        <p:spPr>
          <a:xfrm>
            <a:off x="8039153" y="1777905"/>
            <a:ext cx="757837" cy="687315"/>
          </a:xfrm>
          <a:prstGeom prst="rect">
            <a:avLst/>
          </a:prstGeom>
          <a:noFill/>
          <a:ln>
            <a:noFill/>
          </a:ln>
        </p:spPr>
      </p:pic>
      <p:pic>
        <p:nvPicPr>
          <p:cNvPr id="441" name="Google Shape;441;p53" descr="A picture containing drawing&#10;&#10;Description automatically generated"/>
          <p:cNvPicPr preferRelativeResize="0"/>
          <p:nvPr/>
        </p:nvPicPr>
        <p:blipFill rotWithShape="1">
          <a:blip r:embed="rId2"/>
          <a:srcRect/>
          <a:stretch>
            <a:fillRect/>
          </a:stretch>
        </p:blipFill>
        <p:spPr>
          <a:xfrm>
            <a:off x="7962803" y="2751247"/>
            <a:ext cx="910535" cy="893284"/>
          </a:xfrm>
          <a:prstGeom prst="rect">
            <a:avLst/>
          </a:prstGeom>
          <a:noFill/>
          <a:ln>
            <a:noFill/>
          </a:ln>
        </p:spPr>
      </p:pic>
      <p:pic>
        <p:nvPicPr>
          <p:cNvPr id="442" name="Google Shape;442;p53"/>
          <p:cNvPicPr preferRelativeResize="0"/>
          <p:nvPr/>
        </p:nvPicPr>
        <p:blipFill>
          <a:blip r:embed="rId3"/>
          <a:stretch>
            <a:fillRect/>
          </a:stretch>
        </p:blipFill>
        <p:spPr>
          <a:xfrm>
            <a:off x="992375" y="4773050"/>
            <a:ext cx="586850" cy="37045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446" name="Shape 446"/>
        <p:cNvGrpSpPr/>
        <p:nvPr/>
      </p:nvGrpSpPr>
      <p:grpSpPr>
        <a:xfrm>
          <a:off x="0" y="0"/>
          <a:ext cx="0" cy="0"/>
          <a:chOff x="0" y="0"/>
          <a:chExt cx="0" cy="0"/>
        </a:xfrm>
      </p:grpSpPr>
      <p:sp>
        <p:nvSpPr>
          <p:cNvPr id="447" name="Google Shape;447;p54"/>
          <p:cNvSpPr txBox="1"/>
          <p:nvPr/>
        </p:nvSpPr>
        <p:spPr>
          <a:xfrm>
            <a:off x="321150" y="1845650"/>
            <a:ext cx="7340700" cy="812700"/>
          </a:xfrm>
          <a:prstGeom prst="rect">
            <a:avLst/>
          </a:prstGeom>
          <a:noFill/>
          <a:ln>
            <a:noFill/>
          </a:ln>
        </p:spPr>
        <p:txBody>
          <a:bodyPr spcFirstLastPara="1" wrap="square" lIns="91425" tIns="91425" rIns="91425" bIns="91425" anchor="t" anchorCtr="0">
            <a:noAutofit/>
          </a:bodyPr>
          <a:lstStyle/>
          <a:p>
            <a:pPr marL="457200" lvl="0" indent="-342900" algn="l" rtl="0">
              <a:lnSpc>
                <a:spcPct val="120000"/>
              </a:lnSpc>
              <a:spcBef>
                <a:spcPts val="0"/>
              </a:spcBef>
              <a:spcAft>
                <a:spcPts val="0"/>
              </a:spcAft>
              <a:buClr>
                <a:schemeClr val="dk1"/>
              </a:buClr>
              <a:buSzPts val="1800"/>
              <a:buChar char="●"/>
            </a:pPr>
            <a:r>
              <a:rPr lang="en-US" sz="1800">
                <a:solidFill>
                  <a:schemeClr val="dk1"/>
                </a:solidFill>
                <a:highlight>
                  <a:srgbClr val="FFFFFF"/>
                </a:highlight>
              </a:rPr>
              <a:t>The standard library comes with some functions to convert a basic type into another</a:t>
            </a:r>
            <a:br>
              <a:rPr lang="en-US" sz="1800">
                <a:solidFill>
                  <a:schemeClr val="dk1"/>
                </a:solidFill>
                <a:highlight>
                  <a:srgbClr val="FFFFFF"/>
                </a:highlight>
              </a:rPr>
            </a:br>
            <a:r>
              <a:rPr lang="en-US" sz="1800">
                <a:solidFill>
                  <a:schemeClr val="dk1"/>
                </a:solidFill>
                <a:highlight>
                  <a:srgbClr val="FFFFFF"/>
                </a:highlight>
              </a:rPr>
              <a:t>	</a:t>
            </a:r>
            <a:br>
              <a:rPr lang="en-US" sz="1800">
                <a:solidFill>
                  <a:schemeClr val="dk1"/>
                </a:solidFill>
                <a:highlight>
                  <a:srgbClr val="FFFFFF"/>
                </a:highlight>
              </a:rPr>
            </a:br>
            <a:r>
              <a:rPr lang="en-US" sz="1800">
                <a:solidFill>
                  <a:schemeClr val="dk1"/>
                </a:solidFill>
                <a:highlight>
                  <a:srgbClr val="FFFFFF"/>
                </a:highlight>
              </a:rPr>
              <a:t>	i</a:t>
            </a:r>
            <a:r>
              <a:rPr lang="en-US" sz="1800">
                <a:solidFill>
                  <a:srgbClr val="999999"/>
                </a:solidFill>
                <a:highlight>
                  <a:srgbClr val="FFFFFF"/>
                </a:highlight>
              </a:rPr>
              <a:t>,</a:t>
            </a:r>
            <a:r>
              <a:rPr lang="en-US" sz="1800">
                <a:solidFill>
                  <a:schemeClr val="dk1"/>
                </a:solidFill>
                <a:highlight>
                  <a:srgbClr val="FFFFFF"/>
                </a:highlight>
              </a:rPr>
              <a:t> err </a:t>
            </a:r>
            <a:r>
              <a:rPr lang="en-US" sz="1800">
                <a:solidFill>
                  <a:srgbClr val="9A6E3A"/>
                </a:solidFill>
                <a:highlight>
                  <a:srgbClr val="FFFFFF"/>
                </a:highlight>
              </a:rPr>
              <a:t>:=</a:t>
            </a:r>
            <a:r>
              <a:rPr lang="en-US" sz="1800">
                <a:solidFill>
                  <a:schemeClr val="dk1"/>
                </a:solidFill>
                <a:highlight>
                  <a:srgbClr val="FFFFFF"/>
                </a:highlight>
              </a:rPr>
              <a:t> strconv</a:t>
            </a:r>
            <a:r>
              <a:rPr lang="en-US" sz="1800">
                <a:solidFill>
                  <a:srgbClr val="999999"/>
                </a:solidFill>
                <a:highlight>
                  <a:srgbClr val="FFFFFF"/>
                </a:highlight>
              </a:rPr>
              <a:t>.</a:t>
            </a:r>
            <a:r>
              <a:rPr lang="en-US" sz="1800">
                <a:solidFill>
                  <a:srgbClr val="DD4A68"/>
                </a:solidFill>
                <a:highlight>
                  <a:srgbClr val="FFFFFF"/>
                </a:highlight>
              </a:rPr>
              <a:t>Atoi</a:t>
            </a:r>
            <a:r>
              <a:rPr lang="en-US" sz="1800">
                <a:solidFill>
                  <a:srgbClr val="999999"/>
                </a:solidFill>
                <a:highlight>
                  <a:srgbClr val="FFFFFF"/>
                </a:highlight>
              </a:rPr>
              <a:t>(</a:t>
            </a:r>
            <a:r>
              <a:rPr lang="en-US" sz="1800">
                <a:solidFill>
                  <a:srgbClr val="669900"/>
                </a:solidFill>
                <a:highlight>
                  <a:srgbClr val="FFFFFF"/>
                </a:highlight>
              </a:rPr>
              <a:t>"-42"</a:t>
            </a:r>
            <a:r>
              <a:rPr lang="en-US" sz="1800">
                <a:solidFill>
                  <a:srgbClr val="999999"/>
                </a:solidFill>
                <a:highlight>
                  <a:srgbClr val="FFFFFF"/>
                </a:highlight>
              </a:rPr>
              <a:t>)</a:t>
            </a:r>
            <a:r>
              <a:rPr lang="en-US" sz="1800">
                <a:solidFill>
                  <a:schemeClr val="dk1"/>
                </a:solidFill>
                <a:highlight>
                  <a:srgbClr val="FFFFFF"/>
                </a:highlight>
              </a:rPr>
              <a:t> </a:t>
            </a:r>
            <a:r>
              <a:rPr lang="en-US" sz="1800">
                <a:solidFill>
                  <a:srgbClr val="708090"/>
                </a:solidFill>
                <a:highlight>
                  <a:srgbClr val="FFFFFF"/>
                </a:highlight>
              </a:rPr>
              <a:t>// string to int</a:t>
            </a:r>
            <a:endParaRPr sz="1800">
              <a:solidFill>
                <a:schemeClr val="dk1"/>
              </a:solidFill>
              <a:highlight>
                <a:srgbClr val="FFFFFF"/>
              </a:highlight>
            </a:endParaRPr>
          </a:p>
          <a:p>
            <a:pPr marL="457200" lvl="0" indent="457200" algn="l" rtl="0">
              <a:lnSpc>
                <a:spcPct val="120000"/>
              </a:lnSpc>
              <a:spcBef>
                <a:spcPts val="0"/>
              </a:spcBef>
              <a:spcAft>
                <a:spcPts val="0"/>
              </a:spcAft>
              <a:buNone/>
            </a:pPr>
            <a:r>
              <a:rPr lang="en-US" sz="1800">
                <a:solidFill>
                  <a:schemeClr val="dk1"/>
                </a:solidFill>
                <a:highlight>
                  <a:srgbClr val="FFFFFF"/>
                </a:highlight>
              </a:rPr>
              <a:t>s </a:t>
            </a:r>
            <a:r>
              <a:rPr lang="en-US" sz="1800">
                <a:solidFill>
                  <a:srgbClr val="9A6E3A"/>
                </a:solidFill>
                <a:highlight>
                  <a:srgbClr val="FFFFFF"/>
                </a:highlight>
              </a:rPr>
              <a:t>:=</a:t>
            </a:r>
            <a:r>
              <a:rPr lang="en-US" sz="1800">
                <a:solidFill>
                  <a:schemeClr val="dk1"/>
                </a:solidFill>
                <a:highlight>
                  <a:srgbClr val="FFFFFF"/>
                </a:highlight>
              </a:rPr>
              <a:t> strconv</a:t>
            </a:r>
            <a:r>
              <a:rPr lang="en-US" sz="1800">
                <a:solidFill>
                  <a:srgbClr val="999999"/>
                </a:solidFill>
                <a:highlight>
                  <a:srgbClr val="FFFFFF"/>
                </a:highlight>
              </a:rPr>
              <a:t>.</a:t>
            </a:r>
            <a:r>
              <a:rPr lang="en-US" sz="1800">
                <a:solidFill>
                  <a:srgbClr val="DD4A68"/>
                </a:solidFill>
                <a:highlight>
                  <a:srgbClr val="FFFFFF"/>
                </a:highlight>
              </a:rPr>
              <a:t>Itoa</a:t>
            </a:r>
            <a:r>
              <a:rPr lang="en-US" sz="1800">
                <a:solidFill>
                  <a:srgbClr val="999999"/>
                </a:solidFill>
                <a:highlight>
                  <a:srgbClr val="FFFFFF"/>
                </a:highlight>
              </a:rPr>
              <a:t>(</a:t>
            </a:r>
            <a:r>
              <a:rPr lang="en-US" sz="1800">
                <a:solidFill>
                  <a:srgbClr val="9A6E3A"/>
                </a:solidFill>
                <a:highlight>
                  <a:srgbClr val="FFFFFF"/>
                </a:highlight>
              </a:rPr>
              <a:t>-</a:t>
            </a:r>
            <a:r>
              <a:rPr lang="en-US" sz="1800">
                <a:solidFill>
                  <a:srgbClr val="990055"/>
                </a:solidFill>
                <a:highlight>
                  <a:srgbClr val="FFFFFF"/>
                </a:highlight>
              </a:rPr>
              <a:t>42</a:t>
            </a:r>
            <a:r>
              <a:rPr lang="en-US" sz="1800">
                <a:solidFill>
                  <a:srgbClr val="999999"/>
                </a:solidFill>
                <a:highlight>
                  <a:srgbClr val="FFFFFF"/>
                </a:highlight>
              </a:rPr>
              <a:t>)</a:t>
            </a:r>
            <a:r>
              <a:rPr lang="en-US" sz="1800">
                <a:solidFill>
                  <a:schemeClr val="dk1"/>
                </a:solidFill>
                <a:highlight>
                  <a:srgbClr val="FFFFFF"/>
                </a:highlight>
              </a:rPr>
              <a:t>        </a:t>
            </a:r>
            <a:r>
              <a:rPr lang="en-US" sz="1800">
                <a:solidFill>
                  <a:srgbClr val="708090"/>
                </a:solidFill>
                <a:highlight>
                  <a:srgbClr val="FFFFFF"/>
                </a:highlight>
              </a:rPr>
              <a:t>// int to string</a:t>
            </a:r>
            <a:endParaRPr sz="1800">
              <a:solidFill>
                <a:schemeClr val="dk1"/>
              </a:solidFill>
              <a:highlight>
                <a:srgbClr val="FFFFFF"/>
              </a:highlight>
            </a:endParaRPr>
          </a:p>
        </p:txBody>
      </p:sp>
      <p:sp>
        <p:nvSpPr>
          <p:cNvPr id="448" name="Google Shape;448;p54"/>
          <p:cNvSpPr txBox="1"/>
          <p:nvPr>
            <p:ph type="title"/>
          </p:nvPr>
        </p:nvSpPr>
        <p:spPr>
          <a:xfrm>
            <a:off x="321144" y="246401"/>
            <a:ext cx="7340700" cy="86670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Clr>
                <a:schemeClr val="lt1"/>
              </a:buClr>
              <a:buSzPts val="3300"/>
              <a:buFont typeface="Roboto" panose="02000000000000000000"/>
              <a:buNone/>
            </a:pPr>
            <a:r>
              <a:rPr lang="en-US"/>
              <a:t>Type Conversion</a:t>
            </a:r>
            <a:endParaRPr lang="en-US"/>
          </a:p>
        </p:txBody>
      </p:sp>
      <p:pic>
        <p:nvPicPr>
          <p:cNvPr id="449" name="Google Shape;449;p54" descr="A picture containing drawing&#10;&#10;Description automatically generated"/>
          <p:cNvPicPr preferRelativeResize="0"/>
          <p:nvPr/>
        </p:nvPicPr>
        <p:blipFill rotWithShape="1">
          <a:blip r:embed="rId1"/>
          <a:srcRect/>
          <a:stretch>
            <a:fillRect/>
          </a:stretch>
        </p:blipFill>
        <p:spPr>
          <a:xfrm>
            <a:off x="8039153" y="1777905"/>
            <a:ext cx="757837" cy="687315"/>
          </a:xfrm>
          <a:prstGeom prst="rect">
            <a:avLst/>
          </a:prstGeom>
          <a:noFill/>
          <a:ln>
            <a:noFill/>
          </a:ln>
        </p:spPr>
      </p:pic>
      <p:pic>
        <p:nvPicPr>
          <p:cNvPr id="450" name="Google Shape;450;p54" descr="A picture containing drawing&#10;&#10;Description automatically generated"/>
          <p:cNvPicPr preferRelativeResize="0"/>
          <p:nvPr/>
        </p:nvPicPr>
        <p:blipFill rotWithShape="1">
          <a:blip r:embed="rId2"/>
          <a:srcRect/>
          <a:stretch>
            <a:fillRect/>
          </a:stretch>
        </p:blipFill>
        <p:spPr>
          <a:xfrm>
            <a:off x="7962803" y="2751247"/>
            <a:ext cx="910535" cy="893284"/>
          </a:xfrm>
          <a:prstGeom prst="rect">
            <a:avLst/>
          </a:prstGeom>
          <a:noFill/>
          <a:ln>
            <a:noFill/>
          </a:ln>
        </p:spPr>
      </p:pic>
      <p:pic>
        <p:nvPicPr>
          <p:cNvPr id="451" name="Google Shape;451;p54"/>
          <p:cNvPicPr preferRelativeResize="0"/>
          <p:nvPr/>
        </p:nvPicPr>
        <p:blipFill>
          <a:blip r:embed="rId3"/>
          <a:stretch>
            <a:fillRect/>
          </a:stretch>
        </p:blipFill>
        <p:spPr>
          <a:xfrm>
            <a:off x="992375" y="4773050"/>
            <a:ext cx="586850" cy="37045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455" name="Shape 455"/>
        <p:cNvGrpSpPr/>
        <p:nvPr/>
      </p:nvGrpSpPr>
      <p:grpSpPr>
        <a:xfrm>
          <a:off x="0" y="0"/>
          <a:ext cx="0" cy="0"/>
          <a:chOff x="0" y="0"/>
          <a:chExt cx="0" cy="0"/>
        </a:xfrm>
      </p:grpSpPr>
      <p:sp>
        <p:nvSpPr>
          <p:cNvPr id="456" name="Google Shape;456;p55"/>
          <p:cNvSpPr txBox="1"/>
          <p:nvPr>
            <p:ph type="title"/>
          </p:nvPr>
        </p:nvSpPr>
        <p:spPr>
          <a:xfrm>
            <a:off x="321144" y="246401"/>
            <a:ext cx="7340700" cy="86670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Clr>
                <a:schemeClr val="lt1"/>
              </a:buClr>
              <a:buSzPts val="3300"/>
              <a:buFont typeface="Roboto" panose="02000000000000000000"/>
              <a:buNone/>
            </a:pPr>
            <a:r>
              <a:rPr lang="en-US"/>
              <a:t>Type Conversion </a:t>
            </a:r>
            <a:r>
              <a:rPr lang="en-US"/>
              <a:t>🧪</a:t>
            </a:r>
            <a:endParaRPr lang="en-US"/>
          </a:p>
        </p:txBody>
      </p:sp>
      <p:pic>
        <p:nvPicPr>
          <p:cNvPr id="457" name="Google Shape;457;p55" descr="A picture containing drawing&#10;&#10;Description automatically generated"/>
          <p:cNvPicPr preferRelativeResize="0"/>
          <p:nvPr/>
        </p:nvPicPr>
        <p:blipFill rotWithShape="1">
          <a:blip r:embed="rId1"/>
          <a:srcRect/>
          <a:stretch>
            <a:fillRect/>
          </a:stretch>
        </p:blipFill>
        <p:spPr>
          <a:xfrm>
            <a:off x="8039153" y="1777905"/>
            <a:ext cx="757837" cy="687315"/>
          </a:xfrm>
          <a:prstGeom prst="rect">
            <a:avLst/>
          </a:prstGeom>
          <a:noFill/>
          <a:ln>
            <a:noFill/>
          </a:ln>
        </p:spPr>
      </p:pic>
      <p:pic>
        <p:nvPicPr>
          <p:cNvPr id="458" name="Google Shape;458;p55" descr="A picture containing drawing&#10;&#10;Description automatically generated"/>
          <p:cNvPicPr preferRelativeResize="0"/>
          <p:nvPr/>
        </p:nvPicPr>
        <p:blipFill rotWithShape="1">
          <a:blip r:embed="rId2"/>
          <a:srcRect/>
          <a:stretch>
            <a:fillRect/>
          </a:stretch>
        </p:blipFill>
        <p:spPr>
          <a:xfrm>
            <a:off x="7962803" y="2751247"/>
            <a:ext cx="910535" cy="893284"/>
          </a:xfrm>
          <a:prstGeom prst="rect">
            <a:avLst/>
          </a:prstGeom>
          <a:noFill/>
          <a:ln>
            <a:noFill/>
          </a:ln>
        </p:spPr>
      </p:pic>
      <p:pic>
        <p:nvPicPr>
          <p:cNvPr id="459" name="Google Shape;459;p55"/>
          <p:cNvPicPr preferRelativeResize="0"/>
          <p:nvPr/>
        </p:nvPicPr>
        <p:blipFill>
          <a:blip r:embed="rId3"/>
          <a:stretch>
            <a:fillRect/>
          </a:stretch>
        </p:blipFill>
        <p:spPr>
          <a:xfrm>
            <a:off x="992375" y="4773050"/>
            <a:ext cx="586850" cy="370450"/>
          </a:xfrm>
          <a:prstGeom prst="rect">
            <a:avLst/>
          </a:prstGeom>
          <a:noFill/>
          <a:ln>
            <a:noFill/>
          </a:ln>
        </p:spPr>
      </p:pic>
      <p:sp>
        <p:nvSpPr>
          <p:cNvPr id="460" name="Google Shape;460;p55"/>
          <p:cNvSpPr txBox="1"/>
          <p:nvPr/>
        </p:nvSpPr>
        <p:spPr>
          <a:xfrm>
            <a:off x="321150" y="1845650"/>
            <a:ext cx="7340700" cy="812700"/>
          </a:xfrm>
          <a:prstGeom prst="rect">
            <a:avLst/>
          </a:prstGeom>
          <a:noFill/>
          <a:ln>
            <a:noFill/>
          </a:ln>
        </p:spPr>
        <p:txBody>
          <a:bodyPr spcFirstLastPara="1" wrap="square" lIns="91425" tIns="91425" rIns="91425" bIns="91425" anchor="t" anchorCtr="0">
            <a:noAutofit/>
          </a:bodyPr>
          <a:lstStyle/>
          <a:p>
            <a:pPr marL="101600" lvl="0" indent="0" algn="l" rtl="0">
              <a:lnSpc>
                <a:spcPct val="120000"/>
              </a:lnSpc>
              <a:spcBef>
                <a:spcPts val="0"/>
              </a:spcBef>
              <a:spcAft>
                <a:spcPts val="0"/>
              </a:spcAft>
              <a:buNone/>
            </a:pPr>
            <a:r>
              <a:rPr lang="en-US" i="1">
                <a:solidFill>
                  <a:schemeClr val="dk1"/>
                </a:solidFill>
                <a:highlight>
                  <a:srgbClr val="FFFFFF"/>
                </a:highlight>
              </a:rPr>
              <a:t>⏳ 5 min </a:t>
            </a:r>
            <a:endParaRPr>
              <a:solidFill>
                <a:schemeClr val="dk1"/>
              </a:solidFill>
              <a:highlight>
                <a:srgbClr val="FFFFFF"/>
              </a:highlight>
            </a:endParaRPr>
          </a:p>
          <a:p>
            <a:pPr marL="101600" lvl="0" indent="0" algn="l" rtl="0">
              <a:lnSpc>
                <a:spcPct val="120000"/>
              </a:lnSpc>
              <a:spcBef>
                <a:spcPts val="0"/>
              </a:spcBef>
              <a:spcAft>
                <a:spcPts val="0"/>
              </a:spcAft>
              <a:buNone/>
            </a:pPr>
            <a:r>
              <a:rPr lang="en-US" sz="1800">
                <a:solidFill>
                  <a:schemeClr val="dk1"/>
                </a:solidFill>
                <a:highlight>
                  <a:srgbClr val="FFFFFF"/>
                </a:highlight>
              </a:rPr>
              <a:t>Given two numbers as string, calculate the sum then return it.</a:t>
            </a:r>
            <a:endParaRPr sz="1800">
              <a:solidFill>
                <a:schemeClr val="dk1"/>
              </a:solidFill>
              <a:highlight>
                <a:srgbClr val="FFFFFF"/>
              </a:highlight>
            </a:endParaRPr>
          </a:p>
          <a:p>
            <a:pPr marL="101600" lvl="0" indent="0" algn="l" rtl="0">
              <a:lnSpc>
                <a:spcPct val="120000"/>
              </a:lnSpc>
              <a:spcBef>
                <a:spcPts val="0"/>
              </a:spcBef>
              <a:spcAft>
                <a:spcPts val="0"/>
              </a:spcAft>
              <a:buNone/>
            </a:pPr>
            <a:endParaRPr sz="1800">
              <a:solidFill>
                <a:schemeClr val="dk1"/>
              </a:solidFill>
              <a:highlight>
                <a:srgbClr val="FFFFFF"/>
              </a:highlight>
            </a:endParaRPr>
          </a:p>
          <a:p>
            <a:pPr marL="101600" lvl="0" indent="0" algn="l" rtl="0">
              <a:lnSpc>
                <a:spcPct val="120000"/>
              </a:lnSpc>
              <a:spcBef>
                <a:spcPts val="0"/>
              </a:spcBef>
              <a:spcAft>
                <a:spcPts val="0"/>
              </a:spcAft>
              <a:buNone/>
            </a:pPr>
            <a:r>
              <a:rPr lang="en-US" sz="1800">
                <a:solidFill>
                  <a:schemeClr val="dk1"/>
                </a:solidFill>
                <a:highlight>
                  <a:srgbClr val="FFFFFF"/>
                </a:highlight>
              </a:rPr>
              <a:t>💻 </a:t>
            </a:r>
            <a:r>
              <a:rPr lang="en-US" sz="1800" u="sng">
                <a:solidFill>
                  <a:schemeClr val="hlink"/>
                </a:solidFill>
                <a:highlight>
                  <a:srgbClr val="FFFFFF"/>
                </a:highlight>
                <a:hlinkClick r:id="rId4"/>
              </a:rPr>
              <a:t>https://play.golang.org/p/CJeEFOJEFeG</a:t>
            </a:r>
            <a:endParaRPr sz="1800">
              <a:solidFill>
                <a:schemeClr val="dk1"/>
              </a:solidFill>
              <a:highlight>
                <a:srgbClr val="FFFFFF"/>
              </a:highlight>
            </a:endParaRPr>
          </a:p>
          <a:p>
            <a:pPr marL="101600" lvl="0" indent="0" algn="l" rtl="0">
              <a:lnSpc>
                <a:spcPct val="120000"/>
              </a:lnSpc>
              <a:spcBef>
                <a:spcPts val="0"/>
              </a:spcBef>
              <a:spcAft>
                <a:spcPts val="0"/>
              </a:spcAft>
              <a:buNone/>
            </a:pPr>
            <a:endParaRPr sz="1800">
              <a:solidFill>
                <a:schemeClr val="dk1"/>
              </a:solidFill>
              <a:highlight>
                <a:srgbClr val="FFFFFF"/>
              </a:highlight>
            </a:endParaRPr>
          </a:p>
          <a:p>
            <a:pPr marL="101600" lvl="0" indent="0" algn="l" rtl="0">
              <a:lnSpc>
                <a:spcPct val="120000"/>
              </a:lnSpc>
              <a:spcBef>
                <a:spcPts val="0"/>
              </a:spcBef>
              <a:spcAft>
                <a:spcPts val="0"/>
              </a:spcAft>
              <a:buNone/>
            </a:pPr>
            <a:r>
              <a:rPr lang="en-US" sz="1800">
                <a:solidFill>
                  <a:schemeClr val="dk1"/>
                </a:solidFill>
                <a:highlight>
                  <a:srgbClr val="FFFFFF"/>
                </a:highlight>
              </a:rPr>
              <a:t>✅ </a:t>
            </a:r>
            <a:r>
              <a:rPr lang="en-US" sz="1800" u="sng">
                <a:solidFill>
                  <a:schemeClr val="hlink"/>
                </a:solidFill>
                <a:highlight>
                  <a:srgbClr val="FFFFFF"/>
                </a:highlight>
                <a:hlinkClick r:id="rId5"/>
              </a:rPr>
              <a:t>https://play.golang.org/p/shT-EAGXFol</a:t>
            </a:r>
            <a:endParaRPr sz="1800">
              <a:solidFill>
                <a:schemeClr val="dk1"/>
              </a:solidFill>
              <a:highlight>
                <a:srgbClr val="FFFFFF"/>
              </a:highlight>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464" name="Shape 464"/>
        <p:cNvGrpSpPr/>
        <p:nvPr/>
      </p:nvGrpSpPr>
      <p:grpSpPr>
        <a:xfrm>
          <a:off x="0" y="0"/>
          <a:ext cx="0" cy="0"/>
          <a:chOff x="0" y="0"/>
          <a:chExt cx="0" cy="0"/>
        </a:xfrm>
      </p:grpSpPr>
      <p:sp>
        <p:nvSpPr>
          <p:cNvPr id="465" name="Google Shape;465;p56"/>
          <p:cNvSpPr txBox="1"/>
          <p:nvPr/>
        </p:nvSpPr>
        <p:spPr>
          <a:xfrm>
            <a:off x="321150" y="1845650"/>
            <a:ext cx="7340700" cy="812700"/>
          </a:xfrm>
          <a:prstGeom prst="rect">
            <a:avLst/>
          </a:prstGeom>
          <a:noFill/>
          <a:ln>
            <a:noFill/>
          </a:ln>
        </p:spPr>
        <p:txBody>
          <a:bodyPr spcFirstLastPara="1" wrap="square" lIns="91425" tIns="91425" rIns="91425" bIns="91425" anchor="t" anchorCtr="0">
            <a:noAutofit/>
          </a:bodyPr>
          <a:lstStyle/>
          <a:p>
            <a:pPr marL="457200" lvl="0" indent="-342900" algn="l" rtl="0">
              <a:lnSpc>
                <a:spcPct val="120000"/>
              </a:lnSpc>
              <a:spcBef>
                <a:spcPts val="0"/>
              </a:spcBef>
              <a:spcAft>
                <a:spcPts val="0"/>
              </a:spcAft>
              <a:buClr>
                <a:schemeClr val="dk1"/>
              </a:buClr>
              <a:buSzPts val="1800"/>
              <a:buChar char="●"/>
            </a:pPr>
            <a:r>
              <a:rPr lang="en-US" sz="1800">
                <a:solidFill>
                  <a:schemeClr val="dk1"/>
                </a:solidFill>
                <a:highlight>
                  <a:srgbClr val="FFFFFF"/>
                </a:highlight>
              </a:rPr>
              <a:t>Execute code when a </a:t>
            </a:r>
            <a:r>
              <a:rPr lang="en-US" sz="1800" b="1">
                <a:solidFill>
                  <a:schemeClr val="dk1"/>
                </a:solidFill>
                <a:highlight>
                  <a:srgbClr val="FFFFFF"/>
                </a:highlight>
              </a:rPr>
              <a:t>condition</a:t>
            </a:r>
            <a:r>
              <a:rPr lang="en-US" sz="1800">
                <a:solidFill>
                  <a:schemeClr val="dk1"/>
                </a:solidFill>
                <a:highlight>
                  <a:srgbClr val="FFFFFF"/>
                </a:highlight>
              </a:rPr>
              <a:t> is fulfilled or when it is not</a:t>
            </a:r>
            <a:endParaRPr sz="1800">
              <a:solidFill>
                <a:schemeClr val="dk1"/>
              </a:solidFill>
              <a:highlight>
                <a:srgbClr val="FFFFFF"/>
              </a:highlight>
            </a:endParaRPr>
          </a:p>
          <a:p>
            <a:pPr marL="457200" lvl="0" indent="-342900" algn="l" rtl="0">
              <a:lnSpc>
                <a:spcPct val="120000"/>
              </a:lnSpc>
              <a:spcBef>
                <a:spcPts val="0"/>
              </a:spcBef>
              <a:spcAft>
                <a:spcPts val="0"/>
              </a:spcAft>
              <a:buClr>
                <a:schemeClr val="dk1"/>
              </a:buClr>
              <a:buSzPts val="1800"/>
              <a:buChar char="●"/>
            </a:pPr>
            <a:r>
              <a:rPr lang="en-US" sz="1800">
                <a:solidFill>
                  <a:schemeClr val="dk1"/>
                </a:solidFill>
                <a:highlight>
                  <a:srgbClr val="FFFFFF"/>
                </a:highlight>
              </a:rPr>
              <a:t>Syntax is close to </a:t>
            </a:r>
            <a:r>
              <a:rPr lang="en-US" sz="1800" b="1">
                <a:solidFill>
                  <a:schemeClr val="dk1"/>
                </a:solidFill>
                <a:highlight>
                  <a:srgbClr val="FFFFFF"/>
                </a:highlight>
              </a:rPr>
              <a:t>C</a:t>
            </a:r>
            <a:r>
              <a:rPr lang="en-US" sz="1800">
                <a:solidFill>
                  <a:schemeClr val="dk1"/>
                </a:solidFill>
                <a:highlight>
                  <a:srgbClr val="FFFFFF"/>
                </a:highlight>
              </a:rPr>
              <a:t> but parenthesis aren’t mandatory and 	curly brackets are</a:t>
            </a:r>
            <a:br>
              <a:rPr lang="en-US" sz="1800">
                <a:solidFill>
                  <a:schemeClr val="dk1"/>
                </a:solidFill>
                <a:highlight>
                  <a:srgbClr val="FFFFFF"/>
                </a:highlight>
              </a:rPr>
            </a:br>
            <a:r>
              <a:rPr lang="en-US" sz="1800">
                <a:solidFill>
                  <a:schemeClr val="dk1"/>
                </a:solidFill>
                <a:highlight>
                  <a:srgbClr val="FFFFFF"/>
                </a:highlight>
              </a:rPr>
              <a:t>	</a:t>
            </a:r>
            <a:r>
              <a:rPr lang="en-US" sz="1800">
                <a:solidFill>
                  <a:srgbClr val="0077AA"/>
                </a:solidFill>
              </a:rPr>
              <a:t>if</a:t>
            </a:r>
            <a:r>
              <a:rPr lang="en-US" sz="1800">
                <a:solidFill>
                  <a:schemeClr val="dk1"/>
                </a:solidFill>
              </a:rPr>
              <a:t> i </a:t>
            </a:r>
            <a:r>
              <a:rPr lang="en-US" sz="1800">
                <a:solidFill>
                  <a:srgbClr val="9A6E3A"/>
                </a:solidFill>
              </a:rPr>
              <a:t>%</a:t>
            </a:r>
            <a:r>
              <a:rPr lang="en-US" sz="1800">
                <a:solidFill>
                  <a:schemeClr val="dk1"/>
                </a:solidFill>
              </a:rPr>
              <a:t> </a:t>
            </a:r>
            <a:r>
              <a:rPr lang="en-US" sz="1800">
                <a:solidFill>
                  <a:srgbClr val="990055"/>
                </a:solidFill>
              </a:rPr>
              <a:t>2</a:t>
            </a:r>
            <a:r>
              <a:rPr lang="en-US" sz="1800">
                <a:solidFill>
                  <a:schemeClr val="dk1"/>
                </a:solidFill>
              </a:rPr>
              <a:t> </a:t>
            </a:r>
            <a:r>
              <a:rPr lang="en-US" sz="1800">
                <a:solidFill>
                  <a:srgbClr val="9A6E3A"/>
                </a:solidFill>
              </a:rPr>
              <a:t>==</a:t>
            </a:r>
            <a:r>
              <a:rPr lang="en-US" sz="1800">
                <a:solidFill>
                  <a:schemeClr val="dk1"/>
                </a:solidFill>
              </a:rPr>
              <a:t> </a:t>
            </a:r>
            <a:r>
              <a:rPr lang="en-US" sz="1800">
                <a:solidFill>
                  <a:srgbClr val="990055"/>
                </a:solidFill>
              </a:rPr>
              <a:t>0</a:t>
            </a:r>
            <a:r>
              <a:rPr lang="en-US" sz="1800">
                <a:solidFill>
                  <a:schemeClr val="dk1"/>
                </a:solidFill>
              </a:rPr>
              <a:t> </a:t>
            </a:r>
            <a:r>
              <a:rPr lang="en-US" sz="1800">
                <a:solidFill>
                  <a:srgbClr val="999999"/>
                </a:solidFill>
              </a:rPr>
              <a:t>{</a:t>
            </a:r>
            <a:endParaRPr sz="1800">
              <a:solidFill>
                <a:schemeClr val="dk1"/>
              </a:solidFill>
            </a:endParaRPr>
          </a:p>
          <a:p>
            <a:pPr marL="914400" lvl="0" indent="0" algn="l" rtl="0">
              <a:lnSpc>
                <a:spcPct val="120000"/>
              </a:lnSpc>
              <a:spcBef>
                <a:spcPts val="0"/>
              </a:spcBef>
              <a:spcAft>
                <a:spcPts val="0"/>
              </a:spcAft>
              <a:buNone/>
            </a:pPr>
            <a:r>
              <a:rPr lang="en-US" sz="1800">
                <a:solidFill>
                  <a:schemeClr val="dk1"/>
                </a:solidFill>
              </a:rPr>
              <a:t>    </a:t>
            </a:r>
            <a:r>
              <a:rPr lang="en-US" sz="1800">
                <a:solidFill>
                  <a:srgbClr val="708090"/>
                </a:solidFill>
              </a:rPr>
              <a:t>// Divisible by 2</a:t>
            </a:r>
            <a:endParaRPr sz="1800">
              <a:solidFill>
                <a:schemeClr val="dk1"/>
              </a:solidFill>
            </a:endParaRPr>
          </a:p>
          <a:p>
            <a:pPr marL="914400" lvl="0" indent="0" algn="l" rtl="0">
              <a:lnSpc>
                <a:spcPct val="120000"/>
              </a:lnSpc>
              <a:spcBef>
                <a:spcPts val="0"/>
              </a:spcBef>
              <a:spcAft>
                <a:spcPts val="0"/>
              </a:spcAft>
              <a:buNone/>
            </a:pPr>
            <a:r>
              <a:rPr lang="en-US" sz="1800">
                <a:solidFill>
                  <a:srgbClr val="999999"/>
                </a:solidFill>
              </a:rPr>
              <a:t>}</a:t>
            </a:r>
            <a:r>
              <a:rPr lang="en-US" sz="1800">
                <a:solidFill>
                  <a:schemeClr val="dk1"/>
                </a:solidFill>
              </a:rPr>
              <a:t> </a:t>
            </a:r>
            <a:r>
              <a:rPr lang="en-US" sz="1800">
                <a:solidFill>
                  <a:srgbClr val="0077AA"/>
                </a:solidFill>
              </a:rPr>
              <a:t>else</a:t>
            </a:r>
            <a:r>
              <a:rPr lang="en-US" sz="1800">
                <a:solidFill>
                  <a:schemeClr val="dk1"/>
                </a:solidFill>
              </a:rPr>
              <a:t> </a:t>
            </a:r>
            <a:r>
              <a:rPr lang="en-US" sz="1800">
                <a:solidFill>
                  <a:srgbClr val="0077AA"/>
                </a:solidFill>
              </a:rPr>
              <a:t>if</a:t>
            </a:r>
            <a:r>
              <a:rPr lang="en-US" sz="1800">
                <a:solidFill>
                  <a:schemeClr val="dk1"/>
                </a:solidFill>
              </a:rPr>
              <a:t> i </a:t>
            </a:r>
            <a:r>
              <a:rPr lang="en-US" sz="1800">
                <a:solidFill>
                  <a:srgbClr val="9A6E3A"/>
                </a:solidFill>
              </a:rPr>
              <a:t>%</a:t>
            </a:r>
            <a:r>
              <a:rPr lang="en-US" sz="1800">
                <a:solidFill>
                  <a:schemeClr val="dk1"/>
                </a:solidFill>
              </a:rPr>
              <a:t> </a:t>
            </a:r>
            <a:r>
              <a:rPr lang="en-US" sz="1800">
                <a:solidFill>
                  <a:srgbClr val="990055"/>
                </a:solidFill>
              </a:rPr>
              <a:t>3</a:t>
            </a:r>
            <a:r>
              <a:rPr lang="en-US" sz="1800">
                <a:solidFill>
                  <a:schemeClr val="dk1"/>
                </a:solidFill>
              </a:rPr>
              <a:t> </a:t>
            </a:r>
            <a:r>
              <a:rPr lang="en-US" sz="1800">
                <a:solidFill>
                  <a:srgbClr val="9A6E3A"/>
                </a:solidFill>
              </a:rPr>
              <a:t>==</a:t>
            </a:r>
            <a:r>
              <a:rPr lang="en-US" sz="1800">
                <a:solidFill>
                  <a:schemeClr val="dk1"/>
                </a:solidFill>
              </a:rPr>
              <a:t> </a:t>
            </a:r>
            <a:r>
              <a:rPr lang="en-US" sz="1800">
                <a:solidFill>
                  <a:srgbClr val="990055"/>
                </a:solidFill>
              </a:rPr>
              <a:t>0</a:t>
            </a:r>
            <a:r>
              <a:rPr lang="en-US" sz="1800">
                <a:solidFill>
                  <a:schemeClr val="dk1"/>
                </a:solidFill>
              </a:rPr>
              <a:t> </a:t>
            </a:r>
            <a:r>
              <a:rPr lang="en-US" sz="1800">
                <a:solidFill>
                  <a:srgbClr val="999999"/>
                </a:solidFill>
              </a:rPr>
              <a:t>{</a:t>
            </a:r>
            <a:endParaRPr sz="1800">
              <a:solidFill>
                <a:schemeClr val="dk1"/>
              </a:solidFill>
            </a:endParaRPr>
          </a:p>
          <a:p>
            <a:pPr marL="914400" lvl="0" indent="0" algn="l" rtl="0">
              <a:lnSpc>
                <a:spcPct val="120000"/>
              </a:lnSpc>
              <a:spcBef>
                <a:spcPts val="0"/>
              </a:spcBef>
              <a:spcAft>
                <a:spcPts val="0"/>
              </a:spcAft>
              <a:buNone/>
            </a:pPr>
            <a:r>
              <a:rPr lang="en-US" sz="1800">
                <a:solidFill>
                  <a:schemeClr val="dk1"/>
                </a:solidFill>
              </a:rPr>
              <a:t>    </a:t>
            </a:r>
            <a:r>
              <a:rPr lang="en-US" sz="1800">
                <a:solidFill>
                  <a:srgbClr val="708090"/>
                </a:solidFill>
              </a:rPr>
              <a:t>// Divisible by 3</a:t>
            </a:r>
            <a:endParaRPr sz="1800">
              <a:solidFill>
                <a:schemeClr val="dk1"/>
              </a:solidFill>
            </a:endParaRPr>
          </a:p>
          <a:p>
            <a:pPr marL="914400" lvl="0" indent="0" algn="l" rtl="0">
              <a:lnSpc>
                <a:spcPct val="120000"/>
              </a:lnSpc>
              <a:spcBef>
                <a:spcPts val="0"/>
              </a:spcBef>
              <a:spcAft>
                <a:spcPts val="0"/>
              </a:spcAft>
              <a:buNone/>
            </a:pPr>
            <a:r>
              <a:rPr lang="en-US" sz="1800">
                <a:solidFill>
                  <a:srgbClr val="999999"/>
                </a:solidFill>
              </a:rPr>
              <a:t>}</a:t>
            </a:r>
            <a:r>
              <a:rPr lang="en-US" sz="1800">
                <a:solidFill>
                  <a:schemeClr val="dk1"/>
                </a:solidFill>
              </a:rPr>
              <a:t> </a:t>
            </a:r>
            <a:r>
              <a:rPr lang="en-US" sz="1800">
                <a:solidFill>
                  <a:srgbClr val="0077AA"/>
                </a:solidFill>
              </a:rPr>
              <a:t>else</a:t>
            </a:r>
            <a:r>
              <a:rPr lang="en-US" sz="1800">
                <a:solidFill>
                  <a:schemeClr val="dk1"/>
                </a:solidFill>
              </a:rPr>
              <a:t> </a:t>
            </a:r>
            <a:r>
              <a:rPr lang="en-US" sz="1800">
                <a:solidFill>
                  <a:srgbClr val="999999"/>
                </a:solidFill>
              </a:rPr>
              <a:t>{</a:t>
            </a:r>
            <a:endParaRPr sz="1800">
              <a:solidFill>
                <a:schemeClr val="dk1"/>
              </a:solidFill>
            </a:endParaRPr>
          </a:p>
          <a:p>
            <a:pPr marL="914400" lvl="0" indent="0" algn="l" rtl="0">
              <a:lnSpc>
                <a:spcPct val="120000"/>
              </a:lnSpc>
              <a:spcBef>
                <a:spcPts val="0"/>
              </a:spcBef>
              <a:spcAft>
                <a:spcPts val="0"/>
              </a:spcAft>
              <a:buNone/>
            </a:pPr>
            <a:r>
              <a:rPr lang="en-US" sz="1800">
                <a:solidFill>
                  <a:schemeClr val="dk1"/>
                </a:solidFill>
              </a:rPr>
              <a:t>    </a:t>
            </a:r>
            <a:r>
              <a:rPr lang="en-US" sz="1800">
                <a:solidFill>
                  <a:srgbClr val="708090"/>
                </a:solidFill>
              </a:rPr>
              <a:t>// Not divisible by 2 or 3</a:t>
            </a:r>
            <a:endParaRPr sz="1800">
              <a:solidFill>
                <a:schemeClr val="dk1"/>
              </a:solidFill>
            </a:endParaRPr>
          </a:p>
          <a:p>
            <a:pPr marL="914400" lvl="0" indent="0" algn="l" rtl="0">
              <a:lnSpc>
                <a:spcPct val="120000"/>
              </a:lnSpc>
              <a:spcBef>
                <a:spcPts val="0"/>
              </a:spcBef>
              <a:spcAft>
                <a:spcPts val="0"/>
              </a:spcAft>
              <a:buNone/>
            </a:pPr>
            <a:r>
              <a:rPr lang="en-US" sz="1800">
                <a:solidFill>
                  <a:srgbClr val="999999"/>
                </a:solidFill>
              </a:rPr>
              <a:t>}</a:t>
            </a:r>
            <a:endParaRPr sz="1800">
              <a:solidFill>
                <a:schemeClr val="dk1"/>
              </a:solidFill>
            </a:endParaRPr>
          </a:p>
        </p:txBody>
      </p:sp>
      <p:sp>
        <p:nvSpPr>
          <p:cNvPr id="466" name="Google Shape;466;p56"/>
          <p:cNvSpPr txBox="1"/>
          <p:nvPr>
            <p:ph type="title"/>
          </p:nvPr>
        </p:nvSpPr>
        <p:spPr>
          <a:xfrm>
            <a:off x="321144" y="246401"/>
            <a:ext cx="7340700" cy="86670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Clr>
                <a:schemeClr val="lt1"/>
              </a:buClr>
              <a:buSzPts val="3300"/>
              <a:buFont typeface="Roboto" panose="02000000000000000000"/>
              <a:buNone/>
            </a:pPr>
            <a:r>
              <a:rPr lang="en-US"/>
              <a:t>If - Else Statements</a:t>
            </a:r>
            <a:endParaRPr lang="en-US"/>
          </a:p>
        </p:txBody>
      </p:sp>
      <p:pic>
        <p:nvPicPr>
          <p:cNvPr id="467" name="Google Shape;467;p56" descr="A picture containing drawing&#10;&#10;Description automatically generated"/>
          <p:cNvPicPr preferRelativeResize="0"/>
          <p:nvPr/>
        </p:nvPicPr>
        <p:blipFill rotWithShape="1">
          <a:blip r:embed="rId1"/>
          <a:srcRect/>
          <a:stretch>
            <a:fillRect/>
          </a:stretch>
        </p:blipFill>
        <p:spPr>
          <a:xfrm>
            <a:off x="8039153" y="1777905"/>
            <a:ext cx="757837" cy="687315"/>
          </a:xfrm>
          <a:prstGeom prst="rect">
            <a:avLst/>
          </a:prstGeom>
          <a:noFill/>
          <a:ln>
            <a:noFill/>
          </a:ln>
        </p:spPr>
      </p:pic>
      <p:pic>
        <p:nvPicPr>
          <p:cNvPr id="468" name="Google Shape;468;p56" descr="A picture containing drawing&#10;&#10;Description automatically generated"/>
          <p:cNvPicPr preferRelativeResize="0"/>
          <p:nvPr/>
        </p:nvPicPr>
        <p:blipFill rotWithShape="1">
          <a:blip r:embed="rId2"/>
          <a:srcRect/>
          <a:stretch>
            <a:fillRect/>
          </a:stretch>
        </p:blipFill>
        <p:spPr>
          <a:xfrm>
            <a:off x="7962803" y="2751247"/>
            <a:ext cx="910535" cy="893284"/>
          </a:xfrm>
          <a:prstGeom prst="rect">
            <a:avLst/>
          </a:prstGeom>
          <a:noFill/>
          <a:ln>
            <a:noFill/>
          </a:ln>
        </p:spPr>
      </p:pic>
      <p:pic>
        <p:nvPicPr>
          <p:cNvPr id="469" name="Google Shape;469;p56"/>
          <p:cNvPicPr preferRelativeResize="0"/>
          <p:nvPr/>
        </p:nvPicPr>
        <p:blipFill>
          <a:blip r:embed="rId3"/>
          <a:stretch>
            <a:fillRect/>
          </a:stretch>
        </p:blipFill>
        <p:spPr>
          <a:xfrm>
            <a:off x="992375" y="4773050"/>
            <a:ext cx="586850" cy="37045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473" name="Shape 473"/>
        <p:cNvGrpSpPr/>
        <p:nvPr/>
      </p:nvGrpSpPr>
      <p:grpSpPr>
        <a:xfrm>
          <a:off x="0" y="0"/>
          <a:ext cx="0" cy="0"/>
          <a:chOff x="0" y="0"/>
          <a:chExt cx="0" cy="0"/>
        </a:xfrm>
      </p:grpSpPr>
      <p:sp>
        <p:nvSpPr>
          <p:cNvPr id="474" name="Google Shape;474;p57"/>
          <p:cNvSpPr txBox="1"/>
          <p:nvPr>
            <p:ph type="title"/>
          </p:nvPr>
        </p:nvSpPr>
        <p:spPr>
          <a:xfrm>
            <a:off x="321144" y="246401"/>
            <a:ext cx="7340700" cy="86670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Clr>
                <a:schemeClr val="lt1"/>
              </a:buClr>
              <a:buSzPts val="3300"/>
              <a:buFont typeface="Roboto" panose="02000000000000000000"/>
              <a:buNone/>
            </a:pPr>
            <a:r>
              <a:rPr lang="en-US"/>
              <a:t>If - Else </a:t>
            </a:r>
            <a:r>
              <a:rPr lang="en-US"/>
              <a:t>🧪</a:t>
            </a:r>
            <a:endParaRPr lang="en-US"/>
          </a:p>
        </p:txBody>
      </p:sp>
      <p:pic>
        <p:nvPicPr>
          <p:cNvPr id="475" name="Google Shape;475;p57" descr="A picture containing drawing&#10;&#10;Description automatically generated"/>
          <p:cNvPicPr preferRelativeResize="0"/>
          <p:nvPr/>
        </p:nvPicPr>
        <p:blipFill rotWithShape="1">
          <a:blip r:embed="rId1"/>
          <a:srcRect/>
          <a:stretch>
            <a:fillRect/>
          </a:stretch>
        </p:blipFill>
        <p:spPr>
          <a:xfrm>
            <a:off x="8039153" y="1777905"/>
            <a:ext cx="757837" cy="687315"/>
          </a:xfrm>
          <a:prstGeom prst="rect">
            <a:avLst/>
          </a:prstGeom>
          <a:noFill/>
          <a:ln>
            <a:noFill/>
          </a:ln>
        </p:spPr>
      </p:pic>
      <p:pic>
        <p:nvPicPr>
          <p:cNvPr id="476" name="Google Shape;476;p57" descr="A picture containing drawing&#10;&#10;Description automatically generated"/>
          <p:cNvPicPr preferRelativeResize="0"/>
          <p:nvPr/>
        </p:nvPicPr>
        <p:blipFill rotWithShape="1">
          <a:blip r:embed="rId2"/>
          <a:srcRect/>
          <a:stretch>
            <a:fillRect/>
          </a:stretch>
        </p:blipFill>
        <p:spPr>
          <a:xfrm>
            <a:off x="7962803" y="2751247"/>
            <a:ext cx="910535" cy="893284"/>
          </a:xfrm>
          <a:prstGeom prst="rect">
            <a:avLst/>
          </a:prstGeom>
          <a:noFill/>
          <a:ln>
            <a:noFill/>
          </a:ln>
        </p:spPr>
      </p:pic>
      <p:pic>
        <p:nvPicPr>
          <p:cNvPr id="477" name="Google Shape;477;p57"/>
          <p:cNvPicPr preferRelativeResize="0"/>
          <p:nvPr/>
        </p:nvPicPr>
        <p:blipFill>
          <a:blip r:embed="rId3"/>
          <a:stretch>
            <a:fillRect/>
          </a:stretch>
        </p:blipFill>
        <p:spPr>
          <a:xfrm>
            <a:off x="992375" y="4773050"/>
            <a:ext cx="586850" cy="370450"/>
          </a:xfrm>
          <a:prstGeom prst="rect">
            <a:avLst/>
          </a:prstGeom>
          <a:noFill/>
          <a:ln>
            <a:noFill/>
          </a:ln>
        </p:spPr>
      </p:pic>
      <p:sp>
        <p:nvSpPr>
          <p:cNvPr id="478" name="Google Shape;478;p57"/>
          <p:cNvSpPr txBox="1"/>
          <p:nvPr/>
        </p:nvSpPr>
        <p:spPr>
          <a:xfrm>
            <a:off x="321150" y="1845650"/>
            <a:ext cx="7340700" cy="812700"/>
          </a:xfrm>
          <a:prstGeom prst="rect">
            <a:avLst/>
          </a:prstGeom>
          <a:noFill/>
          <a:ln>
            <a:noFill/>
          </a:ln>
        </p:spPr>
        <p:txBody>
          <a:bodyPr spcFirstLastPara="1" wrap="square" lIns="91425" tIns="91425" rIns="91425" bIns="91425" anchor="t" anchorCtr="0">
            <a:noAutofit/>
          </a:bodyPr>
          <a:lstStyle/>
          <a:p>
            <a:pPr marL="101600" lvl="0" indent="0" algn="l" rtl="0">
              <a:lnSpc>
                <a:spcPct val="120000"/>
              </a:lnSpc>
              <a:spcBef>
                <a:spcPts val="0"/>
              </a:spcBef>
              <a:spcAft>
                <a:spcPts val="0"/>
              </a:spcAft>
              <a:buNone/>
            </a:pPr>
            <a:r>
              <a:rPr lang="en-US" i="1">
                <a:solidFill>
                  <a:schemeClr val="dk1"/>
                </a:solidFill>
                <a:highlight>
                  <a:srgbClr val="FFFFFF"/>
                </a:highlight>
              </a:rPr>
              <a:t>⏳ 5 min</a:t>
            </a:r>
            <a:br>
              <a:rPr lang="en-US" sz="1800" i="1">
                <a:solidFill>
                  <a:schemeClr val="dk1"/>
                </a:solidFill>
                <a:highlight>
                  <a:srgbClr val="FFFFFF"/>
                </a:highlight>
              </a:rPr>
            </a:br>
            <a:r>
              <a:rPr lang="en-US" sz="1800">
                <a:solidFill>
                  <a:schemeClr val="dk1"/>
                </a:solidFill>
                <a:highlight>
                  <a:srgbClr val="FFFFFF"/>
                </a:highlight>
              </a:rPr>
              <a:t>Return </a:t>
            </a:r>
            <a:r>
              <a:rPr lang="en-US" sz="1800" b="1">
                <a:solidFill>
                  <a:schemeClr val="dk1"/>
                </a:solidFill>
                <a:highlight>
                  <a:srgbClr val="FFFFFF"/>
                </a:highlight>
              </a:rPr>
              <a:t>true</a:t>
            </a:r>
            <a:r>
              <a:rPr lang="en-US" sz="1800">
                <a:solidFill>
                  <a:schemeClr val="dk1"/>
                </a:solidFill>
                <a:highlight>
                  <a:srgbClr val="FFFFFF"/>
                </a:highlight>
              </a:rPr>
              <a:t> when the number is </a:t>
            </a:r>
            <a:r>
              <a:rPr lang="en-US" sz="1800" b="1">
                <a:solidFill>
                  <a:schemeClr val="dk1"/>
                </a:solidFill>
                <a:highlight>
                  <a:srgbClr val="FFFFFF"/>
                </a:highlight>
              </a:rPr>
              <a:t>even</a:t>
            </a:r>
            <a:r>
              <a:rPr lang="en-US" sz="1800">
                <a:solidFill>
                  <a:schemeClr val="dk1"/>
                </a:solidFill>
                <a:highlight>
                  <a:srgbClr val="FFFFFF"/>
                </a:highlight>
              </a:rPr>
              <a:t> and </a:t>
            </a:r>
            <a:r>
              <a:rPr lang="en-US" sz="1800" b="1">
                <a:solidFill>
                  <a:schemeClr val="dk1"/>
                </a:solidFill>
                <a:highlight>
                  <a:srgbClr val="FFFFFF"/>
                </a:highlight>
              </a:rPr>
              <a:t>false</a:t>
            </a:r>
            <a:r>
              <a:rPr lang="en-US" sz="1800">
                <a:solidFill>
                  <a:schemeClr val="dk1"/>
                </a:solidFill>
                <a:highlight>
                  <a:srgbClr val="FFFFFF"/>
                </a:highlight>
              </a:rPr>
              <a:t> when it’s odd</a:t>
            </a:r>
            <a:endParaRPr sz="1800">
              <a:solidFill>
                <a:schemeClr val="dk1"/>
              </a:solidFill>
              <a:highlight>
                <a:srgbClr val="FFFFFF"/>
              </a:highlight>
            </a:endParaRPr>
          </a:p>
          <a:p>
            <a:pPr marL="101600" lvl="0" indent="0" algn="l" rtl="0">
              <a:lnSpc>
                <a:spcPct val="120000"/>
              </a:lnSpc>
              <a:spcBef>
                <a:spcPts val="0"/>
              </a:spcBef>
              <a:spcAft>
                <a:spcPts val="0"/>
              </a:spcAft>
              <a:buNone/>
            </a:pPr>
            <a:endParaRPr sz="1800">
              <a:solidFill>
                <a:schemeClr val="dk1"/>
              </a:solidFill>
              <a:highlight>
                <a:srgbClr val="FFFFFF"/>
              </a:highlight>
            </a:endParaRPr>
          </a:p>
          <a:p>
            <a:pPr marL="101600" lvl="0" indent="0" algn="l" rtl="0">
              <a:lnSpc>
                <a:spcPct val="120000"/>
              </a:lnSpc>
              <a:spcBef>
                <a:spcPts val="0"/>
              </a:spcBef>
              <a:spcAft>
                <a:spcPts val="0"/>
              </a:spcAft>
              <a:buNone/>
            </a:pPr>
            <a:r>
              <a:rPr lang="en-US" sz="1800">
                <a:solidFill>
                  <a:schemeClr val="dk1"/>
                </a:solidFill>
                <a:highlight>
                  <a:srgbClr val="FFFFFF"/>
                </a:highlight>
              </a:rPr>
              <a:t>💻 </a:t>
            </a:r>
            <a:r>
              <a:rPr lang="en-US" sz="1800" u="sng">
                <a:solidFill>
                  <a:schemeClr val="hlink"/>
                </a:solidFill>
                <a:highlight>
                  <a:srgbClr val="FFFFFF"/>
                </a:highlight>
                <a:hlinkClick r:id="rId4"/>
              </a:rPr>
              <a:t>https://play.golang.org/p/u1Qz9VthBLa</a:t>
            </a:r>
            <a:endParaRPr sz="1800">
              <a:solidFill>
                <a:schemeClr val="dk1"/>
              </a:solidFill>
              <a:highlight>
                <a:srgbClr val="FFFFFF"/>
              </a:highlight>
            </a:endParaRPr>
          </a:p>
          <a:p>
            <a:pPr marL="101600" lvl="0" indent="0" algn="l" rtl="0">
              <a:lnSpc>
                <a:spcPct val="120000"/>
              </a:lnSpc>
              <a:spcBef>
                <a:spcPts val="0"/>
              </a:spcBef>
              <a:spcAft>
                <a:spcPts val="0"/>
              </a:spcAft>
              <a:buNone/>
            </a:pPr>
            <a:endParaRPr sz="1800">
              <a:solidFill>
                <a:schemeClr val="dk1"/>
              </a:solidFill>
              <a:highlight>
                <a:srgbClr val="FFFFFF"/>
              </a:highlight>
            </a:endParaRPr>
          </a:p>
          <a:p>
            <a:pPr marL="101600" lvl="0" indent="0" algn="l" rtl="0">
              <a:lnSpc>
                <a:spcPct val="120000"/>
              </a:lnSpc>
              <a:spcBef>
                <a:spcPts val="0"/>
              </a:spcBef>
              <a:spcAft>
                <a:spcPts val="0"/>
              </a:spcAft>
              <a:buNone/>
            </a:pPr>
            <a:r>
              <a:rPr lang="en-US" sz="1800">
                <a:solidFill>
                  <a:schemeClr val="dk1"/>
                </a:solidFill>
                <a:highlight>
                  <a:srgbClr val="FFFFFF"/>
                </a:highlight>
              </a:rPr>
              <a:t>✅ </a:t>
            </a:r>
            <a:r>
              <a:rPr lang="en-US" sz="1800" u="sng">
                <a:solidFill>
                  <a:schemeClr val="hlink"/>
                </a:solidFill>
                <a:highlight>
                  <a:srgbClr val="FFFFFF"/>
                </a:highlight>
                <a:hlinkClick r:id="rId5"/>
              </a:rPr>
              <a:t>https://play.golang.org/p/xJbScgRMt5E</a:t>
            </a:r>
            <a:endParaRPr sz="1800">
              <a:solidFill>
                <a:schemeClr val="dk1"/>
              </a:solidFill>
              <a:highlight>
                <a:srgbClr val="FFFFFF"/>
              </a:highlight>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482" name="Shape 482"/>
        <p:cNvGrpSpPr/>
        <p:nvPr/>
      </p:nvGrpSpPr>
      <p:grpSpPr>
        <a:xfrm>
          <a:off x="0" y="0"/>
          <a:ext cx="0" cy="0"/>
          <a:chOff x="0" y="0"/>
          <a:chExt cx="0" cy="0"/>
        </a:xfrm>
      </p:grpSpPr>
      <p:sp>
        <p:nvSpPr>
          <p:cNvPr id="483" name="Google Shape;483;p58"/>
          <p:cNvSpPr txBox="1"/>
          <p:nvPr/>
        </p:nvSpPr>
        <p:spPr>
          <a:xfrm>
            <a:off x="321150" y="1845650"/>
            <a:ext cx="7340700" cy="812700"/>
          </a:xfrm>
          <a:prstGeom prst="rect">
            <a:avLst/>
          </a:prstGeom>
          <a:noFill/>
          <a:ln>
            <a:noFill/>
          </a:ln>
        </p:spPr>
        <p:txBody>
          <a:bodyPr spcFirstLastPara="1" wrap="square" lIns="91425" tIns="91425" rIns="91425" bIns="91425" anchor="t" anchorCtr="0">
            <a:noAutofit/>
          </a:bodyPr>
          <a:lstStyle/>
          <a:p>
            <a:pPr marL="457200" lvl="0" indent="-342900" algn="l" rtl="0">
              <a:lnSpc>
                <a:spcPct val="200000"/>
              </a:lnSpc>
              <a:spcBef>
                <a:spcPts val="0"/>
              </a:spcBef>
              <a:spcAft>
                <a:spcPts val="0"/>
              </a:spcAft>
              <a:buClr>
                <a:schemeClr val="dk1"/>
              </a:buClr>
              <a:buSzPts val="1800"/>
              <a:buChar char="●"/>
            </a:pPr>
            <a:r>
              <a:rPr lang="en-US" sz="1800">
                <a:solidFill>
                  <a:schemeClr val="dk1"/>
                </a:solidFill>
                <a:highlight>
                  <a:srgbClr val="FFFFFF"/>
                </a:highlight>
              </a:rPr>
              <a:t>Only </a:t>
            </a:r>
            <a:r>
              <a:rPr lang="en-US" sz="1800" i="1">
                <a:solidFill>
                  <a:schemeClr val="dk1"/>
                </a:solidFill>
                <a:highlight>
                  <a:srgbClr val="FFFFFF"/>
                </a:highlight>
              </a:rPr>
              <a:t>one</a:t>
            </a:r>
            <a:r>
              <a:rPr lang="en-US" sz="1800">
                <a:solidFill>
                  <a:schemeClr val="dk1"/>
                </a:solidFill>
                <a:highlight>
                  <a:srgbClr val="FFFFFF"/>
                </a:highlight>
              </a:rPr>
              <a:t> keyword: </a:t>
            </a:r>
            <a:r>
              <a:rPr lang="en-US" sz="1800" b="1">
                <a:solidFill>
                  <a:schemeClr val="dk1"/>
                </a:solidFill>
                <a:highlight>
                  <a:srgbClr val="FFFFFF"/>
                </a:highlight>
              </a:rPr>
              <a:t>for</a:t>
            </a:r>
            <a:endParaRPr sz="1800">
              <a:solidFill>
                <a:schemeClr val="dk1"/>
              </a:solidFill>
              <a:highlight>
                <a:srgbClr val="FFFFFF"/>
              </a:highlight>
            </a:endParaRPr>
          </a:p>
          <a:p>
            <a:pPr marL="457200" lvl="0" indent="-342900" algn="l" rtl="0">
              <a:lnSpc>
                <a:spcPct val="120000"/>
              </a:lnSpc>
              <a:spcBef>
                <a:spcPts val="0"/>
              </a:spcBef>
              <a:spcAft>
                <a:spcPts val="0"/>
              </a:spcAft>
              <a:buClr>
                <a:schemeClr val="dk1"/>
              </a:buClr>
              <a:buSzPts val="1800"/>
              <a:buChar char="●"/>
            </a:pPr>
            <a:r>
              <a:rPr lang="en-US" sz="1800">
                <a:solidFill>
                  <a:schemeClr val="dk1"/>
                </a:solidFill>
                <a:highlight>
                  <a:srgbClr val="FFFFFF"/>
                </a:highlight>
              </a:rPr>
              <a:t>Like conditions, </a:t>
            </a:r>
            <a:r>
              <a:rPr lang="en-US" sz="1800" b="1">
                <a:solidFill>
                  <a:schemeClr val="dk1"/>
                </a:solidFill>
                <a:highlight>
                  <a:srgbClr val="FFFFFF"/>
                </a:highlight>
              </a:rPr>
              <a:t>for</a:t>
            </a:r>
            <a:r>
              <a:rPr lang="en-US" sz="1800">
                <a:solidFill>
                  <a:schemeClr val="dk1"/>
                </a:solidFill>
                <a:highlight>
                  <a:srgbClr val="FFFFFF"/>
                </a:highlight>
              </a:rPr>
              <a:t> is close to </a:t>
            </a:r>
            <a:r>
              <a:rPr lang="en-US" sz="1800" b="1">
                <a:solidFill>
                  <a:schemeClr val="dk1"/>
                </a:solidFill>
                <a:highlight>
                  <a:srgbClr val="FFFFFF"/>
                </a:highlight>
              </a:rPr>
              <a:t>C</a:t>
            </a:r>
            <a:br>
              <a:rPr lang="en-US" sz="1800" b="1">
                <a:solidFill>
                  <a:schemeClr val="dk1"/>
                </a:solidFill>
                <a:highlight>
                  <a:srgbClr val="FFFFFF"/>
                </a:highlight>
              </a:rPr>
            </a:br>
            <a:br>
              <a:rPr lang="en-US" sz="1800" b="1">
                <a:solidFill>
                  <a:schemeClr val="dk1"/>
                </a:solidFill>
                <a:highlight>
                  <a:srgbClr val="FFFFFF"/>
                </a:highlight>
              </a:rPr>
            </a:br>
            <a:r>
              <a:rPr lang="en-US" sz="1800">
                <a:solidFill>
                  <a:srgbClr val="0077AA"/>
                </a:solidFill>
                <a:highlight>
                  <a:srgbClr val="FFFFFF"/>
                </a:highlight>
              </a:rPr>
              <a:t>for</a:t>
            </a:r>
            <a:r>
              <a:rPr lang="en-US" sz="1800">
                <a:solidFill>
                  <a:schemeClr val="dk1"/>
                </a:solidFill>
                <a:highlight>
                  <a:srgbClr val="FFFFFF"/>
                </a:highlight>
              </a:rPr>
              <a:t> i </a:t>
            </a:r>
            <a:r>
              <a:rPr lang="en-US" sz="1800">
                <a:solidFill>
                  <a:srgbClr val="9A6E3A"/>
                </a:solidFill>
                <a:highlight>
                  <a:srgbClr val="FFFFFF"/>
                </a:highlight>
              </a:rPr>
              <a:t>:=</a:t>
            </a:r>
            <a:r>
              <a:rPr lang="en-US" sz="1800">
                <a:solidFill>
                  <a:schemeClr val="dk1"/>
                </a:solidFill>
                <a:highlight>
                  <a:srgbClr val="FFFFFF"/>
                </a:highlight>
              </a:rPr>
              <a:t> </a:t>
            </a:r>
            <a:r>
              <a:rPr lang="en-US" sz="1800">
                <a:solidFill>
                  <a:srgbClr val="990055"/>
                </a:solidFill>
                <a:highlight>
                  <a:srgbClr val="FFFFFF"/>
                </a:highlight>
              </a:rPr>
              <a:t>0</a:t>
            </a:r>
            <a:r>
              <a:rPr lang="en-US" sz="1800">
                <a:solidFill>
                  <a:srgbClr val="999999"/>
                </a:solidFill>
                <a:highlight>
                  <a:srgbClr val="FFFFFF"/>
                </a:highlight>
              </a:rPr>
              <a:t>;</a:t>
            </a:r>
            <a:r>
              <a:rPr lang="en-US" sz="1800">
                <a:solidFill>
                  <a:schemeClr val="dk1"/>
                </a:solidFill>
                <a:highlight>
                  <a:srgbClr val="FFFFFF"/>
                </a:highlight>
              </a:rPr>
              <a:t> i </a:t>
            </a:r>
            <a:r>
              <a:rPr lang="en-US" sz="1800">
                <a:solidFill>
                  <a:srgbClr val="9A6E3A"/>
                </a:solidFill>
                <a:highlight>
                  <a:srgbClr val="FFFFFF"/>
                </a:highlight>
              </a:rPr>
              <a:t>&lt;</a:t>
            </a:r>
            <a:r>
              <a:rPr lang="en-US" sz="1800">
                <a:solidFill>
                  <a:schemeClr val="dk1"/>
                </a:solidFill>
                <a:highlight>
                  <a:srgbClr val="FFFFFF"/>
                </a:highlight>
              </a:rPr>
              <a:t> </a:t>
            </a:r>
            <a:r>
              <a:rPr lang="en-US" sz="1800">
                <a:solidFill>
                  <a:srgbClr val="990055"/>
                </a:solidFill>
                <a:highlight>
                  <a:srgbClr val="FFFFFF"/>
                </a:highlight>
              </a:rPr>
              <a:t>10</a:t>
            </a:r>
            <a:r>
              <a:rPr lang="en-US" sz="1800">
                <a:solidFill>
                  <a:srgbClr val="999999"/>
                </a:solidFill>
                <a:highlight>
                  <a:srgbClr val="FFFFFF"/>
                </a:highlight>
              </a:rPr>
              <a:t>;</a:t>
            </a:r>
            <a:r>
              <a:rPr lang="en-US" sz="1800">
                <a:solidFill>
                  <a:schemeClr val="dk1"/>
                </a:solidFill>
                <a:highlight>
                  <a:srgbClr val="FFFFFF"/>
                </a:highlight>
              </a:rPr>
              <a:t> i</a:t>
            </a:r>
            <a:r>
              <a:rPr lang="en-US" sz="1800">
                <a:solidFill>
                  <a:srgbClr val="9A6E3A"/>
                </a:solidFill>
                <a:highlight>
                  <a:srgbClr val="FFFFFF"/>
                </a:highlight>
              </a:rPr>
              <a:t>++</a:t>
            </a:r>
            <a:r>
              <a:rPr lang="en-US" sz="1800">
                <a:solidFill>
                  <a:schemeClr val="dk1"/>
                </a:solidFill>
                <a:highlight>
                  <a:srgbClr val="FFFFFF"/>
                </a:highlight>
              </a:rPr>
              <a:t> </a:t>
            </a:r>
            <a:r>
              <a:rPr lang="en-US" sz="1800">
                <a:solidFill>
                  <a:srgbClr val="999999"/>
                </a:solidFill>
                <a:highlight>
                  <a:srgbClr val="FFFFFF"/>
                </a:highlight>
              </a:rPr>
              <a:t>{</a:t>
            </a:r>
            <a:endParaRPr sz="1800">
              <a:solidFill>
                <a:schemeClr val="dk1"/>
              </a:solidFill>
              <a:highlight>
                <a:srgbClr val="FFFFFF"/>
              </a:highlight>
            </a:endParaRPr>
          </a:p>
          <a:p>
            <a:pPr marL="457200" lvl="0" indent="0" algn="l" rtl="0">
              <a:lnSpc>
                <a:spcPct val="100000"/>
              </a:lnSpc>
              <a:spcBef>
                <a:spcPts val="0"/>
              </a:spcBef>
              <a:spcAft>
                <a:spcPts val="0"/>
              </a:spcAft>
              <a:buNone/>
            </a:pPr>
            <a:r>
              <a:rPr lang="en-US" sz="1800">
                <a:solidFill>
                  <a:schemeClr val="dk1"/>
                </a:solidFill>
                <a:highlight>
                  <a:srgbClr val="FFFFFF"/>
                </a:highlight>
              </a:rPr>
              <a:t>    fmt</a:t>
            </a:r>
            <a:r>
              <a:rPr lang="en-US" sz="1800">
                <a:solidFill>
                  <a:srgbClr val="999999"/>
                </a:solidFill>
                <a:highlight>
                  <a:srgbClr val="FFFFFF"/>
                </a:highlight>
              </a:rPr>
              <a:t>.</a:t>
            </a:r>
            <a:r>
              <a:rPr lang="en-US" sz="1800">
                <a:solidFill>
                  <a:srgbClr val="DD4A68"/>
                </a:solidFill>
                <a:highlight>
                  <a:srgbClr val="FFFFFF"/>
                </a:highlight>
              </a:rPr>
              <a:t>Println</a:t>
            </a:r>
            <a:r>
              <a:rPr lang="en-US" sz="1800">
                <a:solidFill>
                  <a:srgbClr val="999999"/>
                </a:solidFill>
                <a:highlight>
                  <a:srgbClr val="FFFFFF"/>
                </a:highlight>
              </a:rPr>
              <a:t>(</a:t>
            </a:r>
            <a:r>
              <a:rPr lang="en-US" sz="1800">
                <a:solidFill>
                  <a:schemeClr val="dk1"/>
                </a:solidFill>
                <a:highlight>
                  <a:srgbClr val="FFFFFF"/>
                </a:highlight>
              </a:rPr>
              <a:t>i</a:t>
            </a:r>
            <a:r>
              <a:rPr lang="en-US" sz="1800">
                <a:solidFill>
                  <a:srgbClr val="999999"/>
                </a:solidFill>
                <a:highlight>
                  <a:srgbClr val="FFFFFF"/>
                </a:highlight>
              </a:rPr>
              <a:t>)</a:t>
            </a:r>
            <a:endParaRPr sz="1800">
              <a:solidFill>
                <a:schemeClr val="dk1"/>
              </a:solidFill>
              <a:highlight>
                <a:srgbClr val="FFFFFF"/>
              </a:highlight>
            </a:endParaRPr>
          </a:p>
          <a:p>
            <a:pPr marL="457200" lvl="0" indent="0" algn="l" rtl="0">
              <a:lnSpc>
                <a:spcPct val="100000"/>
              </a:lnSpc>
              <a:spcBef>
                <a:spcPts val="0"/>
              </a:spcBef>
              <a:spcAft>
                <a:spcPts val="0"/>
              </a:spcAft>
              <a:buNone/>
            </a:pPr>
            <a:r>
              <a:rPr lang="en-US" sz="1800">
                <a:solidFill>
                  <a:srgbClr val="999999"/>
                </a:solidFill>
                <a:highlight>
                  <a:srgbClr val="FFFFFF"/>
                </a:highlight>
              </a:rPr>
              <a:t>}</a:t>
            </a:r>
            <a:endParaRPr sz="1800" b="1">
              <a:solidFill>
                <a:schemeClr val="dk1"/>
              </a:solidFill>
              <a:highlight>
                <a:srgbClr val="FFFFFF"/>
              </a:highlight>
            </a:endParaRPr>
          </a:p>
        </p:txBody>
      </p:sp>
      <p:sp>
        <p:nvSpPr>
          <p:cNvPr id="484" name="Google Shape;484;p58"/>
          <p:cNvSpPr txBox="1"/>
          <p:nvPr>
            <p:ph type="title"/>
          </p:nvPr>
        </p:nvSpPr>
        <p:spPr>
          <a:xfrm>
            <a:off x="321144" y="246401"/>
            <a:ext cx="7340700" cy="86670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Clr>
                <a:schemeClr val="lt1"/>
              </a:buClr>
              <a:buSzPts val="3300"/>
              <a:buFont typeface="Roboto" panose="02000000000000000000"/>
              <a:buNone/>
            </a:pPr>
            <a:r>
              <a:rPr lang="en-US"/>
              <a:t>Loops</a:t>
            </a:r>
            <a:endParaRPr lang="en-US"/>
          </a:p>
        </p:txBody>
      </p:sp>
      <p:pic>
        <p:nvPicPr>
          <p:cNvPr id="485" name="Google Shape;485;p58" descr="A picture containing drawing&#10;&#10;Description automatically generated"/>
          <p:cNvPicPr preferRelativeResize="0"/>
          <p:nvPr/>
        </p:nvPicPr>
        <p:blipFill rotWithShape="1">
          <a:blip r:embed="rId1"/>
          <a:srcRect/>
          <a:stretch>
            <a:fillRect/>
          </a:stretch>
        </p:blipFill>
        <p:spPr>
          <a:xfrm>
            <a:off x="8039153" y="1777905"/>
            <a:ext cx="757837" cy="687315"/>
          </a:xfrm>
          <a:prstGeom prst="rect">
            <a:avLst/>
          </a:prstGeom>
          <a:noFill/>
          <a:ln>
            <a:noFill/>
          </a:ln>
        </p:spPr>
      </p:pic>
      <p:pic>
        <p:nvPicPr>
          <p:cNvPr id="486" name="Google Shape;486;p58" descr="A picture containing drawing&#10;&#10;Description automatically generated"/>
          <p:cNvPicPr preferRelativeResize="0"/>
          <p:nvPr/>
        </p:nvPicPr>
        <p:blipFill rotWithShape="1">
          <a:blip r:embed="rId2"/>
          <a:srcRect/>
          <a:stretch>
            <a:fillRect/>
          </a:stretch>
        </p:blipFill>
        <p:spPr>
          <a:xfrm>
            <a:off x="7962803" y="2751247"/>
            <a:ext cx="910535" cy="893284"/>
          </a:xfrm>
          <a:prstGeom prst="rect">
            <a:avLst/>
          </a:prstGeom>
          <a:noFill/>
          <a:ln>
            <a:noFill/>
          </a:ln>
        </p:spPr>
      </p:pic>
      <p:pic>
        <p:nvPicPr>
          <p:cNvPr id="487" name="Google Shape;487;p58"/>
          <p:cNvPicPr preferRelativeResize="0"/>
          <p:nvPr/>
        </p:nvPicPr>
        <p:blipFill>
          <a:blip r:embed="rId3"/>
          <a:stretch>
            <a:fillRect/>
          </a:stretch>
        </p:blipFill>
        <p:spPr>
          <a:xfrm>
            <a:off x="992375" y="4773050"/>
            <a:ext cx="586850" cy="37045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491" name="Shape 491"/>
        <p:cNvGrpSpPr/>
        <p:nvPr/>
      </p:nvGrpSpPr>
      <p:grpSpPr>
        <a:xfrm>
          <a:off x="0" y="0"/>
          <a:ext cx="0" cy="0"/>
          <a:chOff x="0" y="0"/>
          <a:chExt cx="0" cy="0"/>
        </a:xfrm>
      </p:grpSpPr>
      <p:sp>
        <p:nvSpPr>
          <p:cNvPr id="492" name="Google Shape;492;p59"/>
          <p:cNvSpPr txBox="1"/>
          <p:nvPr/>
        </p:nvSpPr>
        <p:spPr>
          <a:xfrm>
            <a:off x="321150" y="1845650"/>
            <a:ext cx="7340700" cy="812700"/>
          </a:xfrm>
          <a:prstGeom prst="rect">
            <a:avLst/>
          </a:prstGeom>
          <a:noFill/>
          <a:ln>
            <a:noFill/>
          </a:ln>
        </p:spPr>
        <p:txBody>
          <a:bodyPr spcFirstLastPara="1" wrap="square" lIns="91425" tIns="91425" rIns="91425" bIns="91425" anchor="t" anchorCtr="0">
            <a:noAutofit/>
          </a:bodyPr>
          <a:lstStyle/>
          <a:p>
            <a:pPr marL="457200" lvl="0" indent="0" algn="l" rtl="0">
              <a:lnSpc>
                <a:spcPct val="100000"/>
              </a:lnSpc>
              <a:spcBef>
                <a:spcPts val="0"/>
              </a:spcBef>
              <a:spcAft>
                <a:spcPts val="0"/>
              </a:spcAft>
              <a:buNone/>
            </a:pPr>
            <a:r>
              <a:rPr lang="en-US" sz="1800">
                <a:solidFill>
                  <a:srgbClr val="708090"/>
                </a:solidFill>
              </a:rPr>
              <a:t>// equivalent to while loops</a:t>
            </a:r>
            <a:endParaRPr sz="1800">
              <a:solidFill>
                <a:schemeClr val="dk1"/>
              </a:solidFill>
            </a:endParaRPr>
          </a:p>
          <a:p>
            <a:pPr marL="457200" lvl="0" indent="0" algn="l" rtl="0">
              <a:lnSpc>
                <a:spcPct val="100000"/>
              </a:lnSpc>
              <a:spcBef>
                <a:spcPts val="0"/>
              </a:spcBef>
              <a:spcAft>
                <a:spcPts val="0"/>
              </a:spcAft>
              <a:buNone/>
            </a:pPr>
            <a:r>
              <a:rPr lang="en-US" sz="1800">
                <a:solidFill>
                  <a:schemeClr val="dk1"/>
                </a:solidFill>
              </a:rPr>
              <a:t>sum </a:t>
            </a:r>
            <a:r>
              <a:rPr lang="en-US" sz="1800">
                <a:solidFill>
                  <a:srgbClr val="9A6E3A"/>
                </a:solidFill>
              </a:rPr>
              <a:t>:=</a:t>
            </a:r>
            <a:r>
              <a:rPr lang="en-US" sz="1800">
                <a:solidFill>
                  <a:schemeClr val="dk1"/>
                </a:solidFill>
              </a:rPr>
              <a:t> </a:t>
            </a:r>
            <a:r>
              <a:rPr lang="en-US" sz="1800">
                <a:solidFill>
                  <a:srgbClr val="990055"/>
                </a:solidFill>
              </a:rPr>
              <a:t>1</a:t>
            </a:r>
            <a:endParaRPr sz="1800">
              <a:solidFill>
                <a:schemeClr val="dk1"/>
              </a:solidFill>
            </a:endParaRPr>
          </a:p>
          <a:p>
            <a:pPr marL="457200" lvl="0" indent="0" algn="l" rtl="0">
              <a:lnSpc>
                <a:spcPct val="100000"/>
              </a:lnSpc>
              <a:spcBef>
                <a:spcPts val="0"/>
              </a:spcBef>
              <a:spcAft>
                <a:spcPts val="0"/>
              </a:spcAft>
              <a:buNone/>
            </a:pPr>
            <a:r>
              <a:rPr lang="en-US" sz="1800">
                <a:solidFill>
                  <a:srgbClr val="0077AA"/>
                </a:solidFill>
              </a:rPr>
              <a:t>for</a:t>
            </a:r>
            <a:r>
              <a:rPr lang="en-US" sz="1800">
                <a:solidFill>
                  <a:schemeClr val="dk1"/>
                </a:solidFill>
              </a:rPr>
              <a:t> sum </a:t>
            </a:r>
            <a:r>
              <a:rPr lang="en-US" sz="1800">
                <a:solidFill>
                  <a:srgbClr val="9A6E3A"/>
                </a:solidFill>
              </a:rPr>
              <a:t>&lt;</a:t>
            </a:r>
            <a:r>
              <a:rPr lang="en-US" sz="1800">
                <a:solidFill>
                  <a:schemeClr val="dk1"/>
                </a:solidFill>
              </a:rPr>
              <a:t> </a:t>
            </a:r>
            <a:r>
              <a:rPr lang="en-US" sz="1800">
                <a:solidFill>
                  <a:srgbClr val="990055"/>
                </a:solidFill>
              </a:rPr>
              <a:t>1000</a:t>
            </a:r>
            <a:r>
              <a:rPr lang="en-US" sz="1800">
                <a:solidFill>
                  <a:schemeClr val="dk1"/>
                </a:solidFill>
              </a:rPr>
              <a:t> </a:t>
            </a:r>
            <a:r>
              <a:rPr lang="en-US" sz="1800">
                <a:solidFill>
                  <a:srgbClr val="999999"/>
                </a:solidFill>
              </a:rPr>
              <a:t>{</a:t>
            </a:r>
            <a:endParaRPr sz="1800">
              <a:solidFill>
                <a:schemeClr val="dk1"/>
              </a:solidFill>
            </a:endParaRPr>
          </a:p>
          <a:p>
            <a:pPr marL="457200" lvl="0" indent="0" algn="l" rtl="0">
              <a:lnSpc>
                <a:spcPct val="100000"/>
              </a:lnSpc>
              <a:spcBef>
                <a:spcPts val="0"/>
              </a:spcBef>
              <a:spcAft>
                <a:spcPts val="0"/>
              </a:spcAft>
              <a:buNone/>
            </a:pPr>
            <a:r>
              <a:rPr lang="en-US" sz="1800">
                <a:solidFill>
                  <a:schemeClr val="dk1"/>
                </a:solidFill>
              </a:rPr>
              <a:t>    sum </a:t>
            </a:r>
            <a:r>
              <a:rPr lang="en-US" sz="1800">
                <a:solidFill>
                  <a:srgbClr val="9A6E3A"/>
                </a:solidFill>
              </a:rPr>
              <a:t>+=</a:t>
            </a:r>
            <a:r>
              <a:rPr lang="en-US" sz="1800">
                <a:solidFill>
                  <a:schemeClr val="dk1"/>
                </a:solidFill>
              </a:rPr>
              <a:t> sum</a:t>
            </a:r>
            <a:endParaRPr sz="1800">
              <a:solidFill>
                <a:schemeClr val="dk1"/>
              </a:solidFill>
            </a:endParaRPr>
          </a:p>
          <a:p>
            <a:pPr marL="457200" lvl="0" indent="0" algn="l" rtl="0">
              <a:lnSpc>
                <a:spcPct val="100000"/>
              </a:lnSpc>
              <a:spcBef>
                <a:spcPts val="0"/>
              </a:spcBef>
              <a:spcAft>
                <a:spcPts val="0"/>
              </a:spcAft>
              <a:buNone/>
            </a:pPr>
            <a:r>
              <a:rPr lang="en-US" sz="1800">
                <a:solidFill>
                  <a:srgbClr val="999999"/>
                </a:solidFill>
              </a:rPr>
              <a:t>}</a:t>
            </a:r>
            <a:endParaRPr sz="1800">
              <a:solidFill>
                <a:schemeClr val="dk1"/>
              </a:solidFill>
            </a:endParaRPr>
          </a:p>
          <a:p>
            <a:pPr marL="457200" lvl="0" indent="0" algn="l" rtl="0">
              <a:lnSpc>
                <a:spcPct val="100000"/>
              </a:lnSpc>
              <a:spcBef>
                <a:spcPts val="0"/>
              </a:spcBef>
              <a:spcAft>
                <a:spcPts val="0"/>
              </a:spcAft>
              <a:buNone/>
            </a:pPr>
            <a:endParaRPr sz="1800">
              <a:solidFill>
                <a:schemeClr val="dk1"/>
              </a:solidFill>
            </a:endParaRPr>
          </a:p>
          <a:p>
            <a:pPr marL="457200" lvl="0" indent="0" algn="l" rtl="0">
              <a:lnSpc>
                <a:spcPct val="100000"/>
              </a:lnSpc>
              <a:spcBef>
                <a:spcPts val="0"/>
              </a:spcBef>
              <a:spcAft>
                <a:spcPts val="0"/>
              </a:spcAft>
              <a:buNone/>
            </a:pPr>
            <a:r>
              <a:rPr lang="en-US" sz="1800">
                <a:solidFill>
                  <a:srgbClr val="708090"/>
                </a:solidFill>
              </a:rPr>
              <a:t>// infinite loop</a:t>
            </a:r>
            <a:endParaRPr sz="1800">
              <a:solidFill>
                <a:schemeClr val="dk1"/>
              </a:solidFill>
            </a:endParaRPr>
          </a:p>
          <a:p>
            <a:pPr marL="457200" lvl="0" indent="0" algn="l" rtl="0">
              <a:lnSpc>
                <a:spcPct val="100000"/>
              </a:lnSpc>
              <a:spcBef>
                <a:spcPts val="0"/>
              </a:spcBef>
              <a:spcAft>
                <a:spcPts val="0"/>
              </a:spcAft>
              <a:buNone/>
            </a:pPr>
            <a:r>
              <a:rPr lang="en-US" sz="1800">
                <a:solidFill>
                  <a:srgbClr val="0077AA"/>
                </a:solidFill>
              </a:rPr>
              <a:t>for</a:t>
            </a:r>
            <a:r>
              <a:rPr lang="en-US" sz="1800">
                <a:solidFill>
                  <a:schemeClr val="dk1"/>
                </a:solidFill>
              </a:rPr>
              <a:t> </a:t>
            </a:r>
            <a:r>
              <a:rPr lang="en-US" sz="1800">
                <a:solidFill>
                  <a:srgbClr val="999999"/>
                </a:solidFill>
              </a:rPr>
              <a:t>{</a:t>
            </a:r>
            <a:endParaRPr sz="1800">
              <a:solidFill>
                <a:schemeClr val="dk1"/>
              </a:solidFill>
            </a:endParaRPr>
          </a:p>
          <a:p>
            <a:pPr marL="457200" lvl="0" indent="0" algn="l" rtl="0">
              <a:lnSpc>
                <a:spcPct val="100000"/>
              </a:lnSpc>
              <a:spcBef>
                <a:spcPts val="0"/>
              </a:spcBef>
              <a:spcAft>
                <a:spcPts val="0"/>
              </a:spcAft>
              <a:buNone/>
            </a:pPr>
            <a:r>
              <a:rPr lang="en-US" sz="1800">
                <a:solidFill>
                  <a:schemeClr val="dk1"/>
                </a:solidFill>
              </a:rPr>
              <a:t>    </a:t>
            </a:r>
            <a:r>
              <a:rPr lang="en-US" sz="1800">
                <a:solidFill>
                  <a:srgbClr val="708090"/>
                </a:solidFill>
              </a:rPr>
              <a:t>// Forever and ever!</a:t>
            </a:r>
            <a:endParaRPr sz="1800">
              <a:solidFill>
                <a:schemeClr val="dk1"/>
              </a:solidFill>
            </a:endParaRPr>
          </a:p>
          <a:p>
            <a:pPr marL="558800" lvl="0" indent="0" algn="l" rtl="0">
              <a:lnSpc>
                <a:spcPct val="120000"/>
              </a:lnSpc>
              <a:spcBef>
                <a:spcPts val="0"/>
              </a:spcBef>
              <a:spcAft>
                <a:spcPts val="0"/>
              </a:spcAft>
              <a:buClr>
                <a:schemeClr val="dk1"/>
              </a:buClr>
              <a:buSzPts val="1100"/>
              <a:buFont typeface="Arial" panose="020B0604020202020204"/>
              <a:buNone/>
            </a:pPr>
            <a:r>
              <a:rPr lang="en-US" sz="1800">
                <a:solidFill>
                  <a:srgbClr val="999999"/>
                </a:solidFill>
              </a:rPr>
              <a:t>}</a:t>
            </a:r>
            <a:endParaRPr sz="1800">
              <a:solidFill>
                <a:srgbClr val="999999"/>
              </a:solidFill>
            </a:endParaRPr>
          </a:p>
          <a:p>
            <a:pPr marL="0" lvl="0" indent="0" algn="l" rtl="0">
              <a:lnSpc>
                <a:spcPct val="100000"/>
              </a:lnSpc>
              <a:spcBef>
                <a:spcPts val="0"/>
              </a:spcBef>
              <a:spcAft>
                <a:spcPts val="0"/>
              </a:spcAft>
              <a:buNone/>
            </a:pPr>
            <a:endParaRPr sz="1800">
              <a:solidFill>
                <a:schemeClr val="dk1"/>
              </a:solidFill>
              <a:highlight>
                <a:srgbClr val="FFFFFF"/>
              </a:highlight>
            </a:endParaRPr>
          </a:p>
        </p:txBody>
      </p:sp>
      <p:sp>
        <p:nvSpPr>
          <p:cNvPr id="493" name="Google Shape;493;p59"/>
          <p:cNvSpPr txBox="1"/>
          <p:nvPr>
            <p:ph type="title"/>
          </p:nvPr>
        </p:nvSpPr>
        <p:spPr>
          <a:xfrm>
            <a:off x="321144" y="246401"/>
            <a:ext cx="7340700" cy="86670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Clr>
                <a:schemeClr val="lt1"/>
              </a:buClr>
              <a:buSzPts val="3300"/>
              <a:buFont typeface="Roboto" panose="02000000000000000000"/>
              <a:buNone/>
            </a:pPr>
            <a:r>
              <a:rPr lang="en-US"/>
              <a:t>Loops</a:t>
            </a:r>
            <a:endParaRPr lang="en-US"/>
          </a:p>
        </p:txBody>
      </p:sp>
      <p:pic>
        <p:nvPicPr>
          <p:cNvPr id="494" name="Google Shape;494;p59" descr="A picture containing drawing&#10;&#10;Description automatically generated"/>
          <p:cNvPicPr preferRelativeResize="0"/>
          <p:nvPr/>
        </p:nvPicPr>
        <p:blipFill rotWithShape="1">
          <a:blip r:embed="rId1"/>
          <a:srcRect/>
          <a:stretch>
            <a:fillRect/>
          </a:stretch>
        </p:blipFill>
        <p:spPr>
          <a:xfrm>
            <a:off x="8039153" y="1777905"/>
            <a:ext cx="757837" cy="687315"/>
          </a:xfrm>
          <a:prstGeom prst="rect">
            <a:avLst/>
          </a:prstGeom>
          <a:noFill/>
          <a:ln>
            <a:noFill/>
          </a:ln>
        </p:spPr>
      </p:pic>
      <p:pic>
        <p:nvPicPr>
          <p:cNvPr id="495" name="Google Shape;495;p59" descr="A picture containing drawing&#10;&#10;Description automatically generated"/>
          <p:cNvPicPr preferRelativeResize="0"/>
          <p:nvPr/>
        </p:nvPicPr>
        <p:blipFill rotWithShape="1">
          <a:blip r:embed="rId2"/>
          <a:srcRect/>
          <a:stretch>
            <a:fillRect/>
          </a:stretch>
        </p:blipFill>
        <p:spPr>
          <a:xfrm>
            <a:off x="7962803" y="2751247"/>
            <a:ext cx="910535" cy="893284"/>
          </a:xfrm>
          <a:prstGeom prst="rect">
            <a:avLst/>
          </a:prstGeom>
          <a:noFill/>
          <a:ln>
            <a:noFill/>
          </a:ln>
        </p:spPr>
      </p:pic>
      <p:pic>
        <p:nvPicPr>
          <p:cNvPr id="496" name="Google Shape;496;p59"/>
          <p:cNvPicPr preferRelativeResize="0"/>
          <p:nvPr/>
        </p:nvPicPr>
        <p:blipFill>
          <a:blip r:embed="rId3"/>
          <a:stretch>
            <a:fillRect/>
          </a:stretch>
        </p:blipFill>
        <p:spPr>
          <a:xfrm>
            <a:off x="992375" y="4773050"/>
            <a:ext cx="586850" cy="370450"/>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500" name="Shape 500"/>
        <p:cNvGrpSpPr/>
        <p:nvPr/>
      </p:nvGrpSpPr>
      <p:grpSpPr>
        <a:xfrm>
          <a:off x="0" y="0"/>
          <a:ext cx="0" cy="0"/>
          <a:chOff x="0" y="0"/>
          <a:chExt cx="0" cy="0"/>
        </a:xfrm>
      </p:grpSpPr>
      <p:sp>
        <p:nvSpPr>
          <p:cNvPr id="501" name="Google Shape;501;p60"/>
          <p:cNvSpPr txBox="1"/>
          <p:nvPr/>
        </p:nvSpPr>
        <p:spPr>
          <a:xfrm>
            <a:off x="321150" y="1845650"/>
            <a:ext cx="7340700" cy="812700"/>
          </a:xfrm>
          <a:prstGeom prst="rect">
            <a:avLst/>
          </a:prstGeom>
          <a:noFill/>
          <a:ln>
            <a:noFill/>
          </a:ln>
        </p:spPr>
        <p:txBody>
          <a:bodyPr spcFirstLastPara="1" wrap="square" lIns="91425" tIns="91425" rIns="91425" bIns="91425" anchor="t" anchorCtr="0">
            <a:noAutofit/>
          </a:bodyPr>
          <a:lstStyle/>
          <a:p>
            <a:pPr marL="457200" lvl="0" indent="-342900" algn="l" rtl="0">
              <a:lnSpc>
                <a:spcPct val="200000"/>
              </a:lnSpc>
              <a:spcBef>
                <a:spcPts val="0"/>
              </a:spcBef>
              <a:spcAft>
                <a:spcPts val="0"/>
              </a:spcAft>
              <a:buSzPts val="1800"/>
              <a:buChar char="●"/>
            </a:pPr>
            <a:r>
              <a:rPr lang="en-US" sz="1800"/>
              <a:t>A loop can be stopped using the keyword </a:t>
            </a:r>
            <a:r>
              <a:rPr lang="en-US" sz="1800" b="1"/>
              <a:t>break</a:t>
            </a:r>
            <a:endParaRPr sz="1800"/>
          </a:p>
          <a:p>
            <a:pPr marL="457200" lvl="0" indent="-342900" algn="l" rtl="0">
              <a:lnSpc>
                <a:spcPct val="100000"/>
              </a:lnSpc>
              <a:spcBef>
                <a:spcPts val="0"/>
              </a:spcBef>
              <a:spcAft>
                <a:spcPts val="0"/>
              </a:spcAft>
              <a:buSzPts val="1800"/>
              <a:buChar char="●"/>
            </a:pPr>
            <a:r>
              <a:rPr lang="en-US" sz="1800"/>
              <a:t>An iteration can be skipped using the keyword </a:t>
            </a:r>
            <a:r>
              <a:rPr lang="en-US" sz="1800" b="1"/>
              <a:t>continue</a:t>
            </a:r>
            <a:endParaRPr sz="1800" b="1"/>
          </a:p>
        </p:txBody>
      </p:sp>
      <p:sp>
        <p:nvSpPr>
          <p:cNvPr id="502" name="Google Shape;502;p60"/>
          <p:cNvSpPr txBox="1"/>
          <p:nvPr>
            <p:ph type="title"/>
          </p:nvPr>
        </p:nvSpPr>
        <p:spPr>
          <a:xfrm>
            <a:off x="321144" y="246401"/>
            <a:ext cx="7340700" cy="86670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Clr>
                <a:schemeClr val="lt1"/>
              </a:buClr>
              <a:buSzPts val="3300"/>
              <a:buFont typeface="Roboto" panose="02000000000000000000"/>
              <a:buNone/>
            </a:pPr>
            <a:r>
              <a:rPr lang="en-US"/>
              <a:t>Loops</a:t>
            </a:r>
            <a:endParaRPr lang="en-US"/>
          </a:p>
        </p:txBody>
      </p:sp>
      <p:pic>
        <p:nvPicPr>
          <p:cNvPr id="503" name="Google Shape;503;p60" descr="A picture containing drawing&#10;&#10;Description automatically generated"/>
          <p:cNvPicPr preferRelativeResize="0"/>
          <p:nvPr/>
        </p:nvPicPr>
        <p:blipFill rotWithShape="1">
          <a:blip r:embed="rId1"/>
          <a:srcRect/>
          <a:stretch>
            <a:fillRect/>
          </a:stretch>
        </p:blipFill>
        <p:spPr>
          <a:xfrm>
            <a:off x="8039153" y="1777905"/>
            <a:ext cx="757837" cy="687315"/>
          </a:xfrm>
          <a:prstGeom prst="rect">
            <a:avLst/>
          </a:prstGeom>
          <a:noFill/>
          <a:ln>
            <a:noFill/>
          </a:ln>
        </p:spPr>
      </p:pic>
      <p:pic>
        <p:nvPicPr>
          <p:cNvPr id="504" name="Google Shape;504;p60" descr="A picture containing drawing&#10;&#10;Description automatically generated"/>
          <p:cNvPicPr preferRelativeResize="0"/>
          <p:nvPr/>
        </p:nvPicPr>
        <p:blipFill rotWithShape="1">
          <a:blip r:embed="rId2"/>
          <a:srcRect/>
          <a:stretch>
            <a:fillRect/>
          </a:stretch>
        </p:blipFill>
        <p:spPr>
          <a:xfrm>
            <a:off x="7962803" y="2751247"/>
            <a:ext cx="910535" cy="893284"/>
          </a:xfrm>
          <a:prstGeom prst="rect">
            <a:avLst/>
          </a:prstGeom>
          <a:noFill/>
          <a:ln>
            <a:noFill/>
          </a:ln>
        </p:spPr>
      </p:pic>
      <p:pic>
        <p:nvPicPr>
          <p:cNvPr id="505" name="Google Shape;505;p60"/>
          <p:cNvPicPr preferRelativeResize="0"/>
          <p:nvPr/>
        </p:nvPicPr>
        <p:blipFill>
          <a:blip r:embed="rId3"/>
          <a:stretch>
            <a:fillRect/>
          </a:stretch>
        </p:blipFill>
        <p:spPr>
          <a:xfrm>
            <a:off x="992375" y="4773050"/>
            <a:ext cx="586850" cy="370450"/>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509" name="Shape 509"/>
        <p:cNvGrpSpPr/>
        <p:nvPr/>
      </p:nvGrpSpPr>
      <p:grpSpPr>
        <a:xfrm>
          <a:off x="0" y="0"/>
          <a:ext cx="0" cy="0"/>
          <a:chOff x="0" y="0"/>
          <a:chExt cx="0" cy="0"/>
        </a:xfrm>
      </p:grpSpPr>
      <p:sp>
        <p:nvSpPr>
          <p:cNvPr id="510" name="Google Shape;510;p61"/>
          <p:cNvSpPr txBox="1"/>
          <p:nvPr>
            <p:ph type="title"/>
          </p:nvPr>
        </p:nvSpPr>
        <p:spPr>
          <a:xfrm>
            <a:off x="321144" y="246401"/>
            <a:ext cx="7340700" cy="86670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Clr>
                <a:schemeClr val="lt1"/>
              </a:buClr>
              <a:buSzPts val="3300"/>
              <a:buFont typeface="Roboto" panose="02000000000000000000"/>
              <a:buNone/>
            </a:pPr>
            <a:r>
              <a:rPr lang="en-US"/>
              <a:t>Final 1/2 </a:t>
            </a:r>
            <a:r>
              <a:rPr lang="en-US"/>
              <a:t>🧪</a:t>
            </a:r>
            <a:endParaRPr lang="en-US"/>
          </a:p>
        </p:txBody>
      </p:sp>
      <p:pic>
        <p:nvPicPr>
          <p:cNvPr id="511" name="Google Shape;511;p61" descr="A picture containing drawing&#10;&#10;Description automatically generated"/>
          <p:cNvPicPr preferRelativeResize="0"/>
          <p:nvPr/>
        </p:nvPicPr>
        <p:blipFill rotWithShape="1">
          <a:blip r:embed="rId1"/>
          <a:srcRect/>
          <a:stretch>
            <a:fillRect/>
          </a:stretch>
        </p:blipFill>
        <p:spPr>
          <a:xfrm>
            <a:off x="8039153" y="1777905"/>
            <a:ext cx="757837" cy="687315"/>
          </a:xfrm>
          <a:prstGeom prst="rect">
            <a:avLst/>
          </a:prstGeom>
          <a:noFill/>
          <a:ln>
            <a:noFill/>
          </a:ln>
        </p:spPr>
      </p:pic>
      <p:pic>
        <p:nvPicPr>
          <p:cNvPr id="512" name="Google Shape;512;p61" descr="A picture containing drawing&#10;&#10;Description automatically generated"/>
          <p:cNvPicPr preferRelativeResize="0"/>
          <p:nvPr/>
        </p:nvPicPr>
        <p:blipFill rotWithShape="1">
          <a:blip r:embed="rId2"/>
          <a:srcRect/>
          <a:stretch>
            <a:fillRect/>
          </a:stretch>
        </p:blipFill>
        <p:spPr>
          <a:xfrm>
            <a:off x="7962803" y="2751247"/>
            <a:ext cx="910535" cy="893284"/>
          </a:xfrm>
          <a:prstGeom prst="rect">
            <a:avLst/>
          </a:prstGeom>
          <a:noFill/>
          <a:ln>
            <a:noFill/>
          </a:ln>
        </p:spPr>
      </p:pic>
      <p:pic>
        <p:nvPicPr>
          <p:cNvPr id="513" name="Google Shape;513;p61"/>
          <p:cNvPicPr preferRelativeResize="0"/>
          <p:nvPr/>
        </p:nvPicPr>
        <p:blipFill>
          <a:blip r:embed="rId3"/>
          <a:stretch>
            <a:fillRect/>
          </a:stretch>
        </p:blipFill>
        <p:spPr>
          <a:xfrm>
            <a:off x="992375" y="4773050"/>
            <a:ext cx="586850" cy="370450"/>
          </a:xfrm>
          <a:prstGeom prst="rect">
            <a:avLst/>
          </a:prstGeom>
          <a:noFill/>
          <a:ln>
            <a:noFill/>
          </a:ln>
        </p:spPr>
      </p:pic>
      <p:sp>
        <p:nvSpPr>
          <p:cNvPr id="514" name="Google Shape;514;p61"/>
          <p:cNvSpPr txBox="1"/>
          <p:nvPr/>
        </p:nvSpPr>
        <p:spPr>
          <a:xfrm>
            <a:off x="321150" y="1845650"/>
            <a:ext cx="7340700" cy="812700"/>
          </a:xfrm>
          <a:prstGeom prst="rect">
            <a:avLst/>
          </a:prstGeom>
          <a:noFill/>
          <a:ln>
            <a:noFill/>
          </a:ln>
        </p:spPr>
        <p:txBody>
          <a:bodyPr spcFirstLastPara="1" wrap="square" lIns="91425" tIns="91425" rIns="91425" bIns="91425" anchor="t" anchorCtr="0">
            <a:noAutofit/>
          </a:bodyPr>
          <a:lstStyle/>
          <a:p>
            <a:pPr marL="101600" lvl="0" indent="0" algn="l" rtl="0">
              <a:lnSpc>
                <a:spcPct val="120000"/>
              </a:lnSpc>
              <a:spcBef>
                <a:spcPts val="0"/>
              </a:spcBef>
              <a:spcAft>
                <a:spcPts val="0"/>
              </a:spcAft>
              <a:buNone/>
            </a:pPr>
            <a:r>
              <a:rPr lang="en-US" i="1">
                <a:solidFill>
                  <a:schemeClr val="dk1"/>
                </a:solidFill>
                <a:highlight>
                  <a:srgbClr val="FFFFFF"/>
                </a:highlight>
              </a:rPr>
              <a:t>⏳ 15 min</a:t>
            </a:r>
            <a:br>
              <a:rPr lang="en-US" sz="1800" i="1">
                <a:solidFill>
                  <a:schemeClr val="dk1"/>
                </a:solidFill>
                <a:highlight>
                  <a:srgbClr val="FFFFFF"/>
                </a:highlight>
              </a:rPr>
            </a:br>
            <a:r>
              <a:rPr lang="en-US" sz="1800">
                <a:solidFill>
                  <a:schemeClr val="dk1"/>
                </a:solidFill>
                <a:highlight>
                  <a:srgbClr val="FFFFFF"/>
                </a:highlight>
              </a:rPr>
              <a:t>Given a number, return:</a:t>
            </a:r>
            <a:endParaRPr sz="1800">
              <a:solidFill>
                <a:schemeClr val="dk1"/>
              </a:solidFill>
              <a:highlight>
                <a:srgbClr val="FFFFFF"/>
              </a:highlight>
            </a:endParaRPr>
          </a:p>
          <a:p>
            <a:pPr marL="457200" lvl="0" indent="-342900" algn="l" rtl="0">
              <a:lnSpc>
                <a:spcPct val="120000"/>
              </a:lnSpc>
              <a:spcBef>
                <a:spcPts val="0"/>
              </a:spcBef>
              <a:spcAft>
                <a:spcPts val="0"/>
              </a:spcAft>
              <a:buClr>
                <a:schemeClr val="dk1"/>
              </a:buClr>
              <a:buSzPts val="1800"/>
              <a:buChar char="●"/>
            </a:pPr>
            <a:r>
              <a:rPr lang="en-US" sz="1800">
                <a:solidFill>
                  <a:schemeClr val="dk1"/>
                </a:solidFill>
                <a:highlight>
                  <a:srgbClr val="FFFFFF"/>
                </a:highlight>
              </a:rPr>
              <a:t>Fizz when it is a multiple of 3</a:t>
            </a:r>
            <a:endParaRPr sz="1800">
              <a:solidFill>
                <a:schemeClr val="dk1"/>
              </a:solidFill>
              <a:highlight>
                <a:srgbClr val="FFFFFF"/>
              </a:highlight>
            </a:endParaRPr>
          </a:p>
          <a:p>
            <a:pPr marL="457200" lvl="0" indent="-342900" algn="l" rtl="0">
              <a:lnSpc>
                <a:spcPct val="120000"/>
              </a:lnSpc>
              <a:spcBef>
                <a:spcPts val="0"/>
              </a:spcBef>
              <a:spcAft>
                <a:spcPts val="0"/>
              </a:spcAft>
              <a:buClr>
                <a:schemeClr val="dk1"/>
              </a:buClr>
              <a:buSzPts val="1800"/>
              <a:buChar char="●"/>
            </a:pPr>
            <a:r>
              <a:rPr lang="en-US" sz="1800">
                <a:solidFill>
                  <a:schemeClr val="dk1"/>
                </a:solidFill>
                <a:highlight>
                  <a:srgbClr val="FFFFFF"/>
                </a:highlight>
              </a:rPr>
              <a:t>Buzz when it is a multiple of 5</a:t>
            </a:r>
            <a:endParaRPr sz="1800">
              <a:solidFill>
                <a:schemeClr val="dk1"/>
              </a:solidFill>
              <a:highlight>
                <a:srgbClr val="FFFFFF"/>
              </a:highlight>
            </a:endParaRPr>
          </a:p>
          <a:p>
            <a:pPr marL="457200" lvl="0" indent="-342900" algn="l" rtl="0">
              <a:lnSpc>
                <a:spcPct val="120000"/>
              </a:lnSpc>
              <a:spcBef>
                <a:spcPts val="0"/>
              </a:spcBef>
              <a:spcAft>
                <a:spcPts val="0"/>
              </a:spcAft>
              <a:buClr>
                <a:schemeClr val="dk1"/>
              </a:buClr>
              <a:buSzPts val="1800"/>
              <a:buChar char="●"/>
            </a:pPr>
            <a:r>
              <a:rPr lang="en-US" sz="1800">
                <a:solidFill>
                  <a:schemeClr val="dk1"/>
                </a:solidFill>
                <a:highlight>
                  <a:srgbClr val="FFFFFF"/>
                </a:highlight>
              </a:rPr>
              <a:t>the number when it’s not Fizz or Buzz</a:t>
            </a:r>
            <a:endParaRPr sz="1800">
              <a:solidFill>
                <a:schemeClr val="dk1"/>
              </a:solidFill>
              <a:highlight>
                <a:srgbClr val="FFFFFF"/>
              </a:highlight>
            </a:endParaRPr>
          </a:p>
          <a:p>
            <a:pPr marL="101600" lvl="0" indent="0" algn="l" rtl="0">
              <a:lnSpc>
                <a:spcPct val="120000"/>
              </a:lnSpc>
              <a:spcBef>
                <a:spcPts val="0"/>
              </a:spcBef>
              <a:spcAft>
                <a:spcPts val="0"/>
              </a:spcAft>
              <a:buNone/>
            </a:pPr>
            <a:endParaRPr sz="1800">
              <a:solidFill>
                <a:schemeClr val="dk1"/>
              </a:solidFill>
              <a:highlight>
                <a:srgbClr val="FFFFFF"/>
              </a:highlight>
            </a:endParaRPr>
          </a:p>
          <a:p>
            <a:pPr marL="101600" lvl="0" indent="0" algn="l" rtl="0">
              <a:lnSpc>
                <a:spcPct val="120000"/>
              </a:lnSpc>
              <a:spcBef>
                <a:spcPts val="0"/>
              </a:spcBef>
              <a:spcAft>
                <a:spcPts val="0"/>
              </a:spcAft>
              <a:buNone/>
            </a:pPr>
            <a:r>
              <a:rPr lang="en-US" sz="1800">
                <a:solidFill>
                  <a:schemeClr val="dk1"/>
                </a:solidFill>
                <a:highlight>
                  <a:srgbClr val="FFFFFF"/>
                </a:highlight>
              </a:rPr>
              <a:t>💻 </a:t>
            </a:r>
            <a:r>
              <a:rPr lang="en-US" sz="1800" u="sng">
                <a:solidFill>
                  <a:schemeClr val="hlink"/>
                </a:solidFill>
                <a:highlight>
                  <a:srgbClr val="FFFFFF"/>
                </a:highlight>
                <a:hlinkClick r:id="rId4"/>
              </a:rPr>
              <a:t>https://play.golang.org/p/jhz2Fwgx-Xd</a:t>
            </a:r>
            <a:endParaRPr sz="1800">
              <a:solidFill>
                <a:schemeClr val="dk1"/>
              </a:solidFill>
              <a:highlight>
                <a:srgbClr val="FFFFFF"/>
              </a:highlight>
            </a:endParaRPr>
          </a:p>
          <a:p>
            <a:pPr marL="101600" lvl="0" indent="0" algn="l" rtl="0">
              <a:lnSpc>
                <a:spcPct val="120000"/>
              </a:lnSpc>
              <a:spcBef>
                <a:spcPts val="0"/>
              </a:spcBef>
              <a:spcAft>
                <a:spcPts val="0"/>
              </a:spcAft>
              <a:buNone/>
            </a:pPr>
            <a:endParaRPr sz="1800">
              <a:solidFill>
                <a:schemeClr val="dk1"/>
              </a:solidFill>
              <a:highlight>
                <a:srgbClr val="FFFFFF"/>
              </a:highlight>
            </a:endParaRPr>
          </a:p>
          <a:p>
            <a:pPr marL="101600" lvl="0" indent="0" algn="l" rtl="0">
              <a:lnSpc>
                <a:spcPct val="120000"/>
              </a:lnSpc>
              <a:spcBef>
                <a:spcPts val="0"/>
              </a:spcBef>
              <a:spcAft>
                <a:spcPts val="0"/>
              </a:spcAft>
              <a:buNone/>
            </a:pPr>
            <a:r>
              <a:rPr lang="en-US" sz="1800">
                <a:solidFill>
                  <a:schemeClr val="dk1"/>
                </a:solidFill>
                <a:highlight>
                  <a:srgbClr val="FFFFFF"/>
                </a:highlight>
              </a:rPr>
              <a:t>✅ </a:t>
            </a:r>
            <a:r>
              <a:rPr lang="en-US" sz="1800" u="sng">
                <a:solidFill>
                  <a:schemeClr val="hlink"/>
                </a:solidFill>
                <a:highlight>
                  <a:srgbClr val="FFFFFF"/>
                </a:highlight>
                <a:hlinkClick r:id="rId5"/>
              </a:rPr>
              <a:t>https://play.golang.org/p/NwRw5-P0kYi</a:t>
            </a:r>
            <a:endParaRPr sz="1800">
              <a:solidFill>
                <a:schemeClr val="dk1"/>
              </a:solidFill>
              <a:highlight>
                <a:srgbClr val="FFFFFF"/>
              </a:highlight>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518" name="Shape 518"/>
        <p:cNvGrpSpPr/>
        <p:nvPr/>
      </p:nvGrpSpPr>
      <p:grpSpPr>
        <a:xfrm>
          <a:off x="0" y="0"/>
          <a:ext cx="0" cy="0"/>
          <a:chOff x="0" y="0"/>
          <a:chExt cx="0" cy="0"/>
        </a:xfrm>
      </p:grpSpPr>
      <p:sp>
        <p:nvSpPr>
          <p:cNvPr id="519" name="Google Shape;519;p62"/>
          <p:cNvSpPr txBox="1"/>
          <p:nvPr>
            <p:ph type="title"/>
          </p:nvPr>
        </p:nvSpPr>
        <p:spPr>
          <a:xfrm>
            <a:off x="321144" y="246401"/>
            <a:ext cx="7340700" cy="86670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Clr>
                <a:schemeClr val="lt1"/>
              </a:buClr>
              <a:buSzPts val="3300"/>
              <a:buFont typeface="Roboto" panose="02000000000000000000"/>
              <a:buNone/>
            </a:pPr>
            <a:r>
              <a:rPr lang="en-US"/>
              <a:t>Final 2/2 🧪</a:t>
            </a:r>
            <a:endParaRPr lang="en-US"/>
          </a:p>
        </p:txBody>
      </p:sp>
      <p:pic>
        <p:nvPicPr>
          <p:cNvPr id="520" name="Google Shape;520;p62" descr="A picture containing drawing&#10;&#10;Description automatically generated"/>
          <p:cNvPicPr preferRelativeResize="0"/>
          <p:nvPr/>
        </p:nvPicPr>
        <p:blipFill rotWithShape="1">
          <a:blip r:embed="rId1"/>
          <a:srcRect/>
          <a:stretch>
            <a:fillRect/>
          </a:stretch>
        </p:blipFill>
        <p:spPr>
          <a:xfrm>
            <a:off x="8039153" y="1777905"/>
            <a:ext cx="757837" cy="687315"/>
          </a:xfrm>
          <a:prstGeom prst="rect">
            <a:avLst/>
          </a:prstGeom>
          <a:noFill/>
          <a:ln>
            <a:noFill/>
          </a:ln>
        </p:spPr>
      </p:pic>
      <p:pic>
        <p:nvPicPr>
          <p:cNvPr id="521" name="Google Shape;521;p62" descr="A picture containing drawing&#10;&#10;Description automatically generated"/>
          <p:cNvPicPr preferRelativeResize="0"/>
          <p:nvPr/>
        </p:nvPicPr>
        <p:blipFill rotWithShape="1">
          <a:blip r:embed="rId2"/>
          <a:srcRect/>
          <a:stretch>
            <a:fillRect/>
          </a:stretch>
        </p:blipFill>
        <p:spPr>
          <a:xfrm>
            <a:off x="7962803" y="2751247"/>
            <a:ext cx="910535" cy="893284"/>
          </a:xfrm>
          <a:prstGeom prst="rect">
            <a:avLst/>
          </a:prstGeom>
          <a:noFill/>
          <a:ln>
            <a:noFill/>
          </a:ln>
        </p:spPr>
      </p:pic>
      <p:pic>
        <p:nvPicPr>
          <p:cNvPr id="522" name="Google Shape;522;p62"/>
          <p:cNvPicPr preferRelativeResize="0"/>
          <p:nvPr/>
        </p:nvPicPr>
        <p:blipFill>
          <a:blip r:embed="rId3"/>
          <a:stretch>
            <a:fillRect/>
          </a:stretch>
        </p:blipFill>
        <p:spPr>
          <a:xfrm>
            <a:off x="992375" y="4773050"/>
            <a:ext cx="586850" cy="370450"/>
          </a:xfrm>
          <a:prstGeom prst="rect">
            <a:avLst/>
          </a:prstGeom>
          <a:noFill/>
          <a:ln>
            <a:noFill/>
          </a:ln>
        </p:spPr>
      </p:pic>
      <p:sp>
        <p:nvSpPr>
          <p:cNvPr id="523" name="Google Shape;523;p62"/>
          <p:cNvSpPr txBox="1"/>
          <p:nvPr/>
        </p:nvSpPr>
        <p:spPr>
          <a:xfrm>
            <a:off x="321150" y="1845650"/>
            <a:ext cx="7340700" cy="812700"/>
          </a:xfrm>
          <a:prstGeom prst="rect">
            <a:avLst/>
          </a:prstGeom>
          <a:noFill/>
          <a:ln>
            <a:noFill/>
          </a:ln>
        </p:spPr>
        <p:txBody>
          <a:bodyPr spcFirstLastPara="1" wrap="square" lIns="91425" tIns="91425" rIns="91425" bIns="91425" anchor="t" anchorCtr="0">
            <a:noAutofit/>
          </a:bodyPr>
          <a:lstStyle/>
          <a:p>
            <a:pPr marL="101600" lvl="0" indent="0" algn="l" rtl="0">
              <a:lnSpc>
                <a:spcPct val="120000"/>
              </a:lnSpc>
              <a:spcBef>
                <a:spcPts val="0"/>
              </a:spcBef>
              <a:spcAft>
                <a:spcPts val="0"/>
              </a:spcAft>
              <a:buNone/>
            </a:pPr>
            <a:r>
              <a:rPr lang="en-US" i="1">
                <a:solidFill>
                  <a:schemeClr val="dk1"/>
                </a:solidFill>
                <a:highlight>
                  <a:srgbClr val="FFFFFF"/>
                </a:highlight>
              </a:rPr>
              <a:t>⏳ 6</a:t>
            </a:r>
            <a:r>
              <a:rPr lang="en-US" i="1">
                <a:solidFill>
                  <a:schemeClr val="dk1"/>
                </a:solidFill>
                <a:highlight>
                  <a:srgbClr val="FFFFFF"/>
                </a:highlight>
              </a:rPr>
              <a:t> min</a:t>
            </a:r>
            <a:br>
              <a:rPr lang="en-US" sz="1800" i="1">
                <a:solidFill>
                  <a:schemeClr val="dk1"/>
                </a:solidFill>
                <a:highlight>
                  <a:srgbClr val="FFFFFF"/>
                </a:highlight>
              </a:rPr>
            </a:br>
            <a:r>
              <a:rPr lang="en-US" sz="1800">
                <a:solidFill>
                  <a:schemeClr val="dk1"/>
                </a:solidFill>
                <a:highlight>
                  <a:srgbClr val="FFFFFF"/>
                </a:highlight>
              </a:rPr>
              <a:t>Given a number of iteration, print all the values of FizzBuzz</a:t>
            </a:r>
            <a:endParaRPr sz="1800">
              <a:solidFill>
                <a:schemeClr val="dk1"/>
              </a:solidFill>
              <a:highlight>
                <a:srgbClr val="FFFFFF"/>
              </a:highlight>
            </a:endParaRPr>
          </a:p>
          <a:p>
            <a:pPr marL="101600" lvl="0" indent="0" algn="l" rtl="0">
              <a:lnSpc>
                <a:spcPct val="120000"/>
              </a:lnSpc>
              <a:spcBef>
                <a:spcPts val="0"/>
              </a:spcBef>
              <a:spcAft>
                <a:spcPts val="0"/>
              </a:spcAft>
              <a:buNone/>
            </a:pPr>
            <a:endParaRPr sz="1800">
              <a:solidFill>
                <a:schemeClr val="dk1"/>
              </a:solidFill>
              <a:highlight>
                <a:srgbClr val="FFFFFF"/>
              </a:highlight>
            </a:endParaRPr>
          </a:p>
          <a:p>
            <a:pPr marL="101600" lvl="0" indent="0" algn="l" rtl="0">
              <a:lnSpc>
                <a:spcPct val="120000"/>
              </a:lnSpc>
              <a:spcBef>
                <a:spcPts val="0"/>
              </a:spcBef>
              <a:spcAft>
                <a:spcPts val="0"/>
              </a:spcAft>
              <a:buNone/>
            </a:pPr>
            <a:r>
              <a:rPr lang="en-US" sz="1800">
                <a:solidFill>
                  <a:schemeClr val="dk1"/>
                </a:solidFill>
                <a:highlight>
                  <a:srgbClr val="FFFFFF"/>
                </a:highlight>
              </a:rPr>
              <a:t>💻 </a:t>
            </a:r>
            <a:r>
              <a:rPr lang="en-US" sz="1800" u="sng">
                <a:solidFill>
                  <a:schemeClr val="hlink"/>
                </a:solidFill>
                <a:highlight>
                  <a:srgbClr val="FFFFFF"/>
                </a:highlight>
                <a:hlinkClick r:id="rId4"/>
              </a:rPr>
              <a:t>https://play.golang.org/p/4b14zp3Q7KM</a:t>
            </a:r>
            <a:endParaRPr sz="1800">
              <a:solidFill>
                <a:schemeClr val="dk1"/>
              </a:solidFill>
              <a:highlight>
                <a:srgbClr val="FFFFFF"/>
              </a:highlight>
            </a:endParaRPr>
          </a:p>
          <a:p>
            <a:pPr marL="101600" lvl="0" indent="0" algn="l" rtl="0">
              <a:lnSpc>
                <a:spcPct val="120000"/>
              </a:lnSpc>
              <a:spcBef>
                <a:spcPts val="0"/>
              </a:spcBef>
              <a:spcAft>
                <a:spcPts val="0"/>
              </a:spcAft>
              <a:buNone/>
            </a:pPr>
            <a:endParaRPr sz="1800">
              <a:solidFill>
                <a:schemeClr val="dk1"/>
              </a:solidFill>
              <a:highlight>
                <a:srgbClr val="FFFFFF"/>
              </a:highlight>
            </a:endParaRPr>
          </a:p>
          <a:p>
            <a:pPr marL="101600" lvl="0" indent="0" algn="l" rtl="0">
              <a:lnSpc>
                <a:spcPct val="120000"/>
              </a:lnSpc>
              <a:spcBef>
                <a:spcPts val="0"/>
              </a:spcBef>
              <a:spcAft>
                <a:spcPts val="0"/>
              </a:spcAft>
              <a:buNone/>
            </a:pPr>
            <a:r>
              <a:rPr lang="en-US" sz="1800">
                <a:solidFill>
                  <a:schemeClr val="dk1"/>
                </a:solidFill>
                <a:highlight>
                  <a:srgbClr val="FFFFFF"/>
                </a:highlight>
              </a:rPr>
              <a:t>✅ </a:t>
            </a:r>
            <a:r>
              <a:rPr lang="en-US" sz="1800" u="sng">
                <a:solidFill>
                  <a:schemeClr val="hlink"/>
                </a:solidFill>
                <a:highlight>
                  <a:srgbClr val="FFFFFF"/>
                </a:highlight>
                <a:hlinkClick r:id="rId5"/>
              </a:rPr>
              <a:t>https://play.golang.org/p/d0f3I3AD718</a:t>
            </a:r>
            <a:endParaRPr sz="1800">
              <a:solidFill>
                <a:schemeClr val="dk1"/>
              </a:solidFill>
              <a:highlight>
                <a:srgbClr val="FFFFFF"/>
              </a:highlight>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527" name="Shape 527"/>
        <p:cNvGrpSpPr/>
        <p:nvPr/>
      </p:nvGrpSpPr>
      <p:grpSpPr>
        <a:xfrm>
          <a:off x="0" y="0"/>
          <a:ext cx="0" cy="0"/>
          <a:chOff x="0" y="0"/>
          <a:chExt cx="0" cy="0"/>
        </a:xfrm>
      </p:grpSpPr>
      <p:sp>
        <p:nvSpPr>
          <p:cNvPr id="528" name="Google Shape;528;p63"/>
          <p:cNvSpPr txBox="1"/>
          <p:nvPr>
            <p:ph type="title"/>
          </p:nvPr>
        </p:nvSpPr>
        <p:spPr>
          <a:xfrm>
            <a:off x="321144" y="246401"/>
            <a:ext cx="7340700" cy="86670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Clr>
                <a:schemeClr val="lt1"/>
              </a:buClr>
              <a:buSzPts val="3300"/>
              <a:buFont typeface="Roboto" panose="02000000000000000000"/>
              <a:buNone/>
            </a:pPr>
            <a:r>
              <a:rPr lang="en-US"/>
              <a:t>Key </a:t>
            </a:r>
            <a:r>
              <a:rPr lang="en-US"/>
              <a:t>Takeaways 👍</a:t>
            </a:r>
            <a:endParaRPr lang="en-US"/>
          </a:p>
        </p:txBody>
      </p:sp>
      <p:sp>
        <p:nvSpPr>
          <p:cNvPr id="529" name="Google Shape;529;p63"/>
          <p:cNvSpPr txBox="1"/>
          <p:nvPr/>
        </p:nvSpPr>
        <p:spPr>
          <a:xfrm>
            <a:off x="523950" y="1638300"/>
            <a:ext cx="8210400" cy="1467000"/>
          </a:xfrm>
          <a:prstGeom prst="rect">
            <a:avLst/>
          </a:prstGeom>
          <a:noFill/>
          <a:ln>
            <a:noFill/>
          </a:ln>
        </p:spPr>
        <p:txBody>
          <a:bodyPr spcFirstLastPara="1" wrap="square" lIns="91425" tIns="91425" rIns="91425" bIns="91425" anchor="t" anchorCtr="0">
            <a:noAutofit/>
          </a:bodyPr>
          <a:lstStyle/>
          <a:p>
            <a:pPr marL="457200" lvl="0" indent="-342900" algn="l" rtl="0">
              <a:lnSpc>
                <a:spcPct val="150000"/>
              </a:lnSpc>
              <a:spcBef>
                <a:spcPts val="0"/>
              </a:spcBef>
              <a:spcAft>
                <a:spcPts val="0"/>
              </a:spcAft>
              <a:buSzPts val="1800"/>
              <a:buChar char="●"/>
            </a:pPr>
            <a:r>
              <a:rPr lang="en-US" sz="1800"/>
              <a:t>Modern</a:t>
            </a:r>
            <a:endParaRPr sz="1800"/>
          </a:p>
          <a:p>
            <a:pPr marL="457200" lvl="0" indent="-342900" algn="l" rtl="0">
              <a:lnSpc>
                <a:spcPct val="150000"/>
              </a:lnSpc>
              <a:spcBef>
                <a:spcPts val="0"/>
              </a:spcBef>
              <a:spcAft>
                <a:spcPts val="0"/>
              </a:spcAft>
              <a:buSzPts val="1800"/>
              <a:buChar char="●"/>
            </a:pPr>
            <a:r>
              <a:rPr lang="en-US" sz="1800"/>
              <a:t>Simple</a:t>
            </a:r>
            <a:endParaRPr sz="1800"/>
          </a:p>
          <a:p>
            <a:pPr marL="457200" lvl="0" indent="-342900" algn="l" rtl="0">
              <a:lnSpc>
                <a:spcPct val="150000"/>
              </a:lnSpc>
              <a:spcBef>
                <a:spcPts val="0"/>
              </a:spcBef>
              <a:spcAft>
                <a:spcPts val="0"/>
              </a:spcAft>
              <a:buSzPts val="1800"/>
              <a:buChar char="●"/>
            </a:pPr>
            <a:r>
              <a:rPr lang="en-US" sz="1800"/>
              <a:t>Fast</a:t>
            </a:r>
            <a:endParaRPr sz="1800"/>
          </a:p>
          <a:p>
            <a:pPr marL="457200" lvl="0" indent="-342900" algn="l" rtl="0">
              <a:lnSpc>
                <a:spcPct val="150000"/>
              </a:lnSpc>
              <a:spcBef>
                <a:spcPts val="0"/>
              </a:spcBef>
              <a:spcAft>
                <a:spcPts val="0"/>
              </a:spcAft>
              <a:buSzPts val="1800"/>
              <a:buChar char="●"/>
            </a:pPr>
            <a:r>
              <a:rPr lang="en-US" sz="1800"/>
              <a:t>Easy to start with</a:t>
            </a:r>
            <a:endParaRPr sz="1800"/>
          </a:p>
          <a:p>
            <a:pPr marL="457200" lvl="0" indent="-342900" algn="l" rtl="0">
              <a:lnSpc>
                <a:spcPct val="150000"/>
              </a:lnSpc>
              <a:spcBef>
                <a:spcPts val="0"/>
              </a:spcBef>
              <a:spcAft>
                <a:spcPts val="0"/>
              </a:spcAft>
              <a:buSzPts val="1800"/>
              <a:buChar char="●"/>
            </a:pPr>
            <a:r>
              <a:rPr lang="en-US" sz="1800"/>
              <a:t>Huge community</a:t>
            </a:r>
            <a:endParaRPr sz="1800"/>
          </a:p>
          <a:p>
            <a:pPr marL="457200" lvl="0" indent="-342900" algn="l" rtl="0">
              <a:lnSpc>
                <a:spcPct val="150000"/>
              </a:lnSpc>
              <a:spcBef>
                <a:spcPts val="0"/>
              </a:spcBef>
              <a:spcAft>
                <a:spcPts val="0"/>
              </a:spcAft>
              <a:buSzPts val="1800"/>
              <a:buChar char="●"/>
            </a:pPr>
            <a:r>
              <a:rPr lang="en-US" sz="1800"/>
              <a:t>Used and supported by a lot of companies all around the world</a:t>
            </a:r>
            <a:endParaRPr sz="1800"/>
          </a:p>
        </p:txBody>
      </p:sp>
      <p:pic>
        <p:nvPicPr>
          <p:cNvPr id="530" name="Google Shape;530;p63" descr="A picture containing drawing&#10;&#10;Description automatically generated"/>
          <p:cNvPicPr preferRelativeResize="0"/>
          <p:nvPr/>
        </p:nvPicPr>
        <p:blipFill rotWithShape="1">
          <a:blip r:embed="rId1"/>
          <a:srcRect/>
          <a:stretch>
            <a:fillRect/>
          </a:stretch>
        </p:blipFill>
        <p:spPr>
          <a:xfrm>
            <a:off x="6986253" y="4102005"/>
            <a:ext cx="757837" cy="687315"/>
          </a:xfrm>
          <a:prstGeom prst="rect">
            <a:avLst/>
          </a:prstGeom>
          <a:noFill/>
          <a:ln>
            <a:noFill/>
          </a:ln>
        </p:spPr>
      </p:pic>
      <p:pic>
        <p:nvPicPr>
          <p:cNvPr id="531" name="Google Shape;531;p63" descr="A picture containing drawing&#10;&#10;Description automatically generated"/>
          <p:cNvPicPr preferRelativeResize="0"/>
          <p:nvPr/>
        </p:nvPicPr>
        <p:blipFill rotWithShape="1">
          <a:blip r:embed="rId2"/>
          <a:srcRect/>
          <a:stretch>
            <a:fillRect/>
          </a:stretch>
        </p:blipFill>
        <p:spPr>
          <a:xfrm>
            <a:off x="5781578" y="3999022"/>
            <a:ext cx="910535" cy="893284"/>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535" name="Shape 535"/>
        <p:cNvGrpSpPr/>
        <p:nvPr/>
      </p:nvGrpSpPr>
      <p:grpSpPr>
        <a:xfrm>
          <a:off x="0" y="0"/>
          <a:ext cx="0" cy="0"/>
          <a:chOff x="0" y="0"/>
          <a:chExt cx="0" cy="0"/>
        </a:xfrm>
      </p:grpSpPr>
      <p:sp>
        <p:nvSpPr>
          <p:cNvPr id="536" name="Google Shape;536;p64"/>
          <p:cNvSpPr txBox="1"/>
          <p:nvPr>
            <p:ph type="title"/>
          </p:nvPr>
        </p:nvSpPr>
        <p:spPr>
          <a:xfrm>
            <a:off x="321144" y="246401"/>
            <a:ext cx="7340700" cy="86670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Clr>
                <a:schemeClr val="lt1"/>
              </a:buClr>
              <a:buSzPts val="3300"/>
              <a:buFont typeface="Roboto" panose="02000000000000000000"/>
              <a:buNone/>
            </a:pPr>
            <a:r>
              <a:rPr lang="en-US"/>
              <a:t>Going further </a:t>
            </a:r>
            <a:r>
              <a:rPr lang="en-US"/>
              <a:t>🚀</a:t>
            </a:r>
            <a:endParaRPr lang="en-US"/>
          </a:p>
        </p:txBody>
      </p:sp>
      <p:sp>
        <p:nvSpPr>
          <p:cNvPr id="537" name="Google Shape;537;p64"/>
          <p:cNvSpPr txBox="1"/>
          <p:nvPr/>
        </p:nvSpPr>
        <p:spPr>
          <a:xfrm>
            <a:off x="523950" y="1638300"/>
            <a:ext cx="8210400" cy="1467000"/>
          </a:xfrm>
          <a:prstGeom prst="rect">
            <a:avLst/>
          </a:prstGeom>
          <a:noFill/>
          <a:ln>
            <a:noFill/>
          </a:ln>
        </p:spPr>
        <p:txBody>
          <a:bodyPr spcFirstLastPara="1" wrap="square" lIns="91425" tIns="91425" rIns="91425" bIns="91425" anchor="t" anchorCtr="0">
            <a:noAutofit/>
          </a:bodyPr>
          <a:lstStyle/>
          <a:p>
            <a:pPr marL="457200" lvl="0" indent="-342900" algn="l" rtl="0">
              <a:lnSpc>
                <a:spcPct val="200000"/>
              </a:lnSpc>
              <a:spcBef>
                <a:spcPts val="0"/>
              </a:spcBef>
              <a:spcAft>
                <a:spcPts val="0"/>
              </a:spcAft>
              <a:buSzPts val="1800"/>
              <a:buChar char="●"/>
            </a:pPr>
            <a:r>
              <a:rPr lang="en-US" sz="1800"/>
              <a:t>🧭 Tour of Go</a:t>
            </a:r>
            <a:endParaRPr sz="1800"/>
          </a:p>
          <a:p>
            <a:pPr marL="457200" lvl="0" indent="-342900" algn="l" rtl="0">
              <a:lnSpc>
                <a:spcPct val="200000"/>
              </a:lnSpc>
              <a:spcBef>
                <a:spcPts val="0"/>
              </a:spcBef>
              <a:spcAft>
                <a:spcPts val="0"/>
              </a:spcAft>
              <a:buSzPts val="1800"/>
              <a:buChar char="●"/>
            </a:pPr>
            <a:r>
              <a:rPr lang="en-US" sz="1800"/>
              <a:t>📺 JustForFunc </a:t>
            </a:r>
            <a:r>
              <a:rPr lang="en-US" sz="1800" u="sng">
                <a:solidFill>
                  <a:schemeClr val="hlink"/>
                </a:solidFill>
                <a:hlinkClick r:id="rId1"/>
              </a:rPr>
              <a:t>https://www.youtube.com/c/UC_BzFbxG2za3bp5NRRRXJSw</a:t>
            </a:r>
            <a:endParaRPr sz="1800"/>
          </a:p>
          <a:p>
            <a:pPr marL="457200" lvl="0" indent="-342900" algn="l" rtl="0">
              <a:lnSpc>
                <a:spcPct val="200000"/>
              </a:lnSpc>
              <a:spcBef>
                <a:spcPts val="0"/>
              </a:spcBef>
              <a:spcAft>
                <a:spcPts val="0"/>
              </a:spcAft>
              <a:buSzPts val="1800"/>
              <a:buChar char="●"/>
            </a:pPr>
            <a:r>
              <a:rPr lang="en-US" sz="1800"/>
              <a:t>👨‍🏫 Zenika Training</a:t>
            </a:r>
            <a:endParaRPr sz="1800"/>
          </a:p>
        </p:txBody>
      </p:sp>
      <p:pic>
        <p:nvPicPr>
          <p:cNvPr id="538" name="Google Shape;538;p64" descr="A picture containing drawing&#10;&#10;Description automatically generated"/>
          <p:cNvPicPr preferRelativeResize="0"/>
          <p:nvPr/>
        </p:nvPicPr>
        <p:blipFill rotWithShape="1">
          <a:blip r:embed="rId2"/>
          <a:srcRect/>
          <a:stretch>
            <a:fillRect/>
          </a:stretch>
        </p:blipFill>
        <p:spPr>
          <a:xfrm>
            <a:off x="6986253" y="4102005"/>
            <a:ext cx="757837" cy="687315"/>
          </a:xfrm>
          <a:prstGeom prst="rect">
            <a:avLst/>
          </a:prstGeom>
          <a:noFill/>
          <a:ln>
            <a:noFill/>
          </a:ln>
        </p:spPr>
      </p:pic>
      <p:pic>
        <p:nvPicPr>
          <p:cNvPr id="539" name="Google Shape;539;p64" descr="A picture containing drawing&#10;&#10;Description automatically generated"/>
          <p:cNvPicPr preferRelativeResize="0"/>
          <p:nvPr/>
        </p:nvPicPr>
        <p:blipFill rotWithShape="1">
          <a:blip r:embed="rId3"/>
          <a:srcRect/>
          <a:stretch>
            <a:fillRect/>
          </a:stretch>
        </p:blipFill>
        <p:spPr>
          <a:xfrm>
            <a:off x="5781578" y="3999022"/>
            <a:ext cx="910535" cy="893284"/>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120" name="Shape 1120"/>
        <p:cNvGrpSpPr/>
        <p:nvPr/>
      </p:nvGrpSpPr>
      <p:grpSpPr>
        <a:xfrm>
          <a:off x="0" y="0"/>
          <a:ext cx="0" cy="0"/>
          <a:chOff x="0" y="0"/>
          <a:chExt cx="0" cy="0"/>
        </a:xfrm>
      </p:grpSpPr>
      <p:sp>
        <p:nvSpPr>
          <p:cNvPr id="1121" name="Google Shape;1121;p75"/>
          <p:cNvSpPr txBox="1"/>
          <p:nvPr/>
        </p:nvSpPr>
        <p:spPr>
          <a:xfrm>
            <a:off x="5978745" y="3221775"/>
            <a:ext cx="3000000" cy="4356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US" sz="1400" b="0" i="0" u="sng" strike="noStrike" cap="none">
                <a:solidFill>
                  <a:schemeClr val="hlink"/>
                </a:solidFill>
                <a:latin typeface="Arial" panose="020B0604020202020204"/>
                <a:ea typeface="Arial" panose="020B0604020202020204"/>
                <a:cs typeface="Arial" panose="020B0604020202020204"/>
                <a:sym typeface="Arial" panose="020B0604020202020204"/>
                <a:hlinkClick r:id="rId1"/>
              </a:rPr>
              <a:t>https://bit.ly/Cod</a:t>
            </a:r>
            <a:r>
              <a:rPr lang="en-SG" altLang="en-US" sz="1400" b="0" i="0" u="sng" strike="noStrike" cap="none">
                <a:solidFill>
                  <a:schemeClr val="hlink"/>
                </a:solidFill>
                <a:latin typeface="Arial" panose="020B0604020202020204"/>
                <a:ea typeface="Arial" panose="020B0604020202020204"/>
                <a:cs typeface="Arial" panose="020B0604020202020204"/>
                <a:sym typeface="Arial" panose="020B0604020202020204"/>
                <a:hlinkClick r:id="rId1"/>
              </a:rPr>
              <a:t>ing</a:t>
            </a:r>
            <a:r>
              <a:rPr lang="en-US" sz="1400" b="0" i="0" u="sng" strike="noStrike" cap="none">
                <a:solidFill>
                  <a:schemeClr val="hlink"/>
                </a:solidFill>
                <a:latin typeface="Arial" panose="020B0604020202020204"/>
                <a:ea typeface="Arial" panose="020B0604020202020204"/>
                <a:cs typeface="Arial" panose="020B0604020202020204"/>
                <a:sym typeface="Arial" panose="020B0604020202020204"/>
                <a:hlinkClick r:id="rId1"/>
              </a:rPr>
              <a:t>MasterClass</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122" name="Google Shape;1122;p75"/>
          <p:cNvSpPr txBox="1"/>
          <p:nvPr/>
        </p:nvSpPr>
        <p:spPr>
          <a:xfrm>
            <a:off x="1075523" y="4658600"/>
            <a:ext cx="5771700" cy="264000"/>
          </a:xfrm>
          <a:prstGeom prst="rect">
            <a:avLst/>
          </a:prstGeom>
          <a:noFill/>
          <a:ln>
            <a:noFill/>
          </a:ln>
        </p:spPr>
        <p:txBody>
          <a:bodyPr spcFirstLastPara="1" wrap="square" lIns="45725" tIns="45725" rIns="45725" bIns="45725" anchor="t" anchorCtr="0">
            <a:noAutofit/>
          </a:bodyPr>
          <a:lstStyle/>
          <a:p>
            <a:pPr marL="0" marR="0" lvl="0" indent="0" algn="l" rtl="0">
              <a:lnSpc>
                <a:spcPct val="100000"/>
              </a:lnSpc>
              <a:spcBef>
                <a:spcPts val="0"/>
              </a:spcBef>
              <a:spcAft>
                <a:spcPts val="0"/>
              </a:spcAft>
              <a:buClr>
                <a:srgbClr val="000000"/>
              </a:buClr>
              <a:buSzPts val="400"/>
              <a:buFont typeface="Arial" panose="020B0604020202020204"/>
              <a:buNone/>
            </a:pPr>
            <a:r>
              <a:rPr lang="en-US" sz="400" b="0" i="0" u="none" strike="noStrike" cap="none">
                <a:solidFill>
                  <a:srgbClr val="000000"/>
                </a:solidFill>
                <a:latin typeface="Arial" panose="020B0604020202020204"/>
                <a:ea typeface="Arial" panose="020B0604020202020204"/>
                <a:cs typeface="Arial" panose="020B0604020202020204"/>
                <a:sym typeface="Arial" panose="020B0604020202020204"/>
              </a:rPr>
              <a:t>Without prejudice to the rights of Trent Global College Of Technology &amp; Management Pte. Ltd. ERF Validity 08 July 2019 to 07 July 2023 (Reg Num: 200400538K), the information herein is correct at the time of printing and Trent Global College Of Technology &amp; Management Pte. Ltd. reserves the right to make, without prior notice, amendments, changes, modifications or alterations and as such there shall be no liability in respect of the said amendments, changes, modifications or alterations.</a:t>
            </a:r>
            <a:endParaRPr sz="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pic>
        <p:nvPicPr>
          <p:cNvPr id="1124" name="Google Shape;1124;p75"/>
          <p:cNvPicPr preferRelativeResize="0"/>
          <p:nvPr/>
        </p:nvPicPr>
        <p:blipFill>
          <a:blip r:embed="rId2"/>
          <a:stretch>
            <a:fillRect/>
          </a:stretch>
        </p:blipFill>
        <p:spPr>
          <a:xfrm>
            <a:off x="6288405" y="1448782"/>
            <a:ext cx="1642375" cy="1642375"/>
          </a:xfrm>
          <a:prstGeom prst="rect">
            <a:avLst/>
          </a:prstGeom>
          <a:noFill/>
          <a:ln>
            <a:noFill/>
          </a:ln>
        </p:spPr>
      </p:pic>
      <p:pic>
        <p:nvPicPr>
          <p:cNvPr id="2" name="Picture 1" descr="Golang Course Breakdown"/>
          <p:cNvPicPr>
            <a:picLocks noChangeAspect="1"/>
          </p:cNvPicPr>
          <p:nvPr/>
        </p:nvPicPr>
        <p:blipFill>
          <a:blip r:embed="rId3"/>
          <a:stretch>
            <a:fillRect/>
          </a:stretch>
        </p:blipFill>
        <p:spPr>
          <a:xfrm>
            <a:off x="502920" y="648335"/>
            <a:ext cx="5295900" cy="2800350"/>
          </a:xfrm>
          <a:prstGeom prst="rect">
            <a:avLst/>
          </a:prstGeom>
        </p:spPr>
      </p:pic>
      <p:pic>
        <p:nvPicPr>
          <p:cNvPr id="1" name="Picture 0" descr="Golang Trainer"/>
          <p:cNvPicPr>
            <a:picLocks noChangeAspect="1"/>
          </p:cNvPicPr>
          <p:nvPr/>
        </p:nvPicPr>
        <p:blipFill>
          <a:blip r:embed="rId4"/>
          <a:stretch>
            <a:fillRect/>
          </a:stretch>
        </p:blipFill>
        <p:spPr>
          <a:xfrm>
            <a:off x="3867150" y="2374265"/>
            <a:ext cx="1123950" cy="1514475"/>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543" name="Shape 543"/>
        <p:cNvGrpSpPr/>
        <p:nvPr/>
      </p:nvGrpSpPr>
      <p:grpSpPr>
        <a:xfrm>
          <a:off x="0" y="0"/>
          <a:ext cx="0" cy="0"/>
          <a:chOff x="0" y="0"/>
          <a:chExt cx="0" cy="0"/>
        </a:xfrm>
      </p:grpSpPr>
      <p:sp>
        <p:nvSpPr>
          <p:cNvPr id="544" name="Google Shape;544;p65"/>
          <p:cNvSpPr txBox="1"/>
          <p:nvPr/>
        </p:nvSpPr>
        <p:spPr>
          <a:xfrm>
            <a:off x="952650" y="4599900"/>
            <a:ext cx="4790700" cy="543600"/>
          </a:xfrm>
          <a:prstGeom prst="rect">
            <a:avLst/>
          </a:prstGeom>
          <a:noFill/>
          <a:ln>
            <a:noFill/>
          </a:ln>
        </p:spPr>
        <p:txBody>
          <a:bodyPr spcFirstLastPara="1" wrap="square" lIns="91425" tIns="91425" rIns="91425" bIns="91425" anchor="b" anchorCtr="0">
            <a:noAutofit/>
          </a:bodyPr>
          <a:lstStyle/>
          <a:p>
            <a:pPr marL="0" lvl="0" indent="0" algn="ctr" rtl="0">
              <a:lnSpc>
                <a:spcPct val="115000"/>
              </a:lnSpc>
              <a:spcBef>
                <a:spcPts val="0"/>
              </a:spcBef>
              <a:spcAft>
                <a:spcPts val="0"/>
              </a:spcAft>
              <a:buNone/>
            </a:pPr>
            <a:endParaRPr sz="3000" b="1">
              <a:solidFill>
                <a:srgbClr val="595959"/>
              </a:solidFill>
              <a:latin typeface="Lato" panose="020F0502020204030203"/>
              <a:ea typeface="Lato" panose="020F0502020204030203"/>
              <a:cs typeface="Lato" panose="020F0502020204030203"/>
              <a:sym typeface="Lato" panose="020F0502020204030203"/>
            </a:endParaRPr>
          </a:p>
          <a:p>
            <a:pPr marL="0" lvl="0" indent="0" algn="ctr" rtl="0">
              <a:lnSpc>
                <a:spcPct val="115000"/>
              </a:lnSpc>
              <a:spcBef>
                <a:spcPts val="1600"/>
              </a:spcBef>
              <a:spcAft>
                <a:spcPts val="0"/>
              </a:spcAft>
              <a:buNone/>
            </a:pPr>
            <a:endParaRPr sz="3000" b="1">
              <a:solidFill>
                <a:srgbClr val="595959"/>
              </a:solidFill>
              <a:latin typeface="Lato" panose="020F0502020204030203"/>
              <a:ea typeface="Lato" panose="020F0502020204030203"/>
              <a:cs typeface="Lato" panose="020F0502020204030203"/>
              <a:sym typeface="Lato" panose="020F0502020204030203"/>
            </a:endParaRPr>
          </a:p>
          <a:p>
            <a:pPr marL="0" lvl="0" indent="0" algn="ctr" rtl="0">
              <a:lnSpc>
                <a:spcPct val="115000"/>
              </a:lnSpc>
              <a:spcBef>
                <a:spcPts val="1600"/>
              </a:spcBef>
              <a:spcAft>
                <a:spcPts val="0"/>
              </a:spcAft>
              <a:buNone/>
            </a:pPr>
            <a:endParaRPr sz="3000" b="1">
              <a:solidFill>
                <a:srgbClr val="595959"/>
              </a:solidFill>
              <a:latin typeface="Lato" panose="020F0502020204030203"/>
              <a:ea typeface="Lato" panose="020F0502020204030203"/>
              <a:cs typeface="Lato" panose="020F0502020204030203"/>
              <a:sym typeface="Lato" panose="020F0502020204030203"/>
            </a:endParaRPr>
          </a:p>
          <a:p>
            <a:pPr marL="0" lvl="0" indent="0" algn="ctr" rtl="0">
              <a:spcBef>
                <a:spcPts val="1600"/>
              </a:spcBef>
              <a:spcAft>
                <a:spcPts val="1600"/>
              </a:spcAft>
              <a:buNone/>
            </a:pPr>
            <a:r>
              <a:rPr lang="en-US" sz="3000" b="1" u="sng">
                <a:solidFill>
                  <a:srgbClr val="1C3678"/>
                </a:solidFill>
                <a:latin typeface="Lato" panose="020F0502020204030203"/>
                <a:ea typeface="Lato" panose="020F0502020204030203"/>
                <a:cs typeface="Lato" panose="020F0502020204030203"/>
                <a:sym typeface="Lato" panose="020F0502020204030203"/>
                <a:hlinkClick r:id="rId1"/>
              </a:rPr>
              <a:t>https://charlyx.dev</a:t>
            </a:r>
            <a:endParaRPr sz="3000" b="1">
              <a:solidFill>
                <a:srgbClr val="595959"/>
              </a:solidFill>
              <a:latin typeface="Lato" panose="020F0502020204030203"/>
              <a:ea typeface="Lato" panose="020F0502020204030203"/>
              <a:cs typeface="Lato" panose="020F0502020204030203"/>
              <a:sym typeface="Lato" panose="020F0502020204030203"/>
            </a:endParaRPr>
          </a:p>
        </p:txBody>
      </p:sp>
      <p:pic>
        <p:nvPicPr>
          <p:cNvPr id="545" name="Google Shape;545;p65">
            <a:hlinkClick r:id="rId2"/>
          </p:cNvPr>
          <p:cNvPicPr preferRelativeResize="0"/>
          <p:nvPr/>
        </p:nvPicPr>
        <p:blipFill>
          <a:blip r:embed="rId3"/>
          <a:stretch>
            <a:fillRect/>
          </a:stretch>
        </p:blipFill>
        <p:spPr>
          <a:xfrm>
            <a:off x="1584939" y="2675743"/>
            <a:ext cx="1448681" cy="1448738"/>
          </a:xfrm>
          <a:prstGeom prst="rect">
            <a:avLst/>
          </a:prstGeom>
          <a:noFill/>
          <a:ln>
            <a:noFill/>
          </a:ln>
        </p:spPr>
      </p:pic>
      <p:pic>
        <p:nvPicPr>
          <p:cNvPr id="546" name="Google Shape;546;p65">
            <a:hlinkClick r:id="rId4"/>
          </p:cNvPr>
          <p:cNvPicPr preferRelativeResize="0"/>
          <p:nvPr/>
        </p:nvPicPr>
        <p:blipFill>
          <a:blip r:embed="rId5"/>
          <a:stretch>
            <a:fillRect/>
          </a:stretch>
        </p:blipFill>
        <p:spPr>
          <a:xfrm>
            <a:off x="3230122" y="2694950"/>
            <a:ext cx="1500359" cy="1500375"/>
          </a:xfrm>
          <a:prstGeom prst="rect">
            <a:avLst/>
          </a:prstGeom>
          <a:noFill/>
          <a:ln>
            <a:noFill/>
          </a:ln>
        </p:spPr>
      </p:pic>
      <p:pic>
        <p:nvPicPr>
          <p:cNvPr id="547" name="Google Shape;547;p65">
            <a:hlinkClick r:id="rId6"/>
          </p:cNvPr>
          <p:cNvPicPr preferRelativeResize="0"/>
          <p:nvPr/>
        </p:nvPicPr>
        <p:blipFill>
          <a:blip r:embed="rId7"/>
          <a:stretch>
            <a:fillRect/>
          </a:stretch>
        </p:blipFill>
        <p:spPr>
          <a:xfrm>
            <a:off x="6413873" y="2827519"/>
            <a:ext cx="1145187" cy="1145189"/>
          </a:xfrm>
          <a:prstGeom prst="rect">
            <a:avLst/>
          </a:prstGeom>
          <a:noFill/>
          <a:ln>
            <a:noFill/>
          </a:ln>
        </p:spPr>
      </p:pic>
      <p:pic>
        <p:nvPicPr>
          <p:cNvPr id="548" name="Google Shape;548;p65">
            <a:hlinkClick r:id="rId8"/>
          </p:cNvPr>
          <p:cNvPicPr preferRelativeResize="0"/>
          <p:nvPr/>
        </p:nvPicPr>
        <p:blipFill>
          <a:blip r:embed="rId9"/>
          <a:stretch>
            <a:fillRect/>
          </a:stretch>
        </p:blipFill>
        <p:spPr>
          <a:xfrm>
            <a:off x="4993198" y="2827525"/>
            <a:ext cx="1058754" cy="1235227"/>
          </a:xfrm>
          <a:prstGeom prst="rect">
            <a:avLst/>
          </a:prstGeom>
          <a:noFill/>
          <a:ln>
            <a:noFill/>
          </a:ln>
        </p:spPr>
      </p:pic>
      <p:pic>
        <p:nvPicPr>
          <p:cNvPr id="549" name="Google Shape;549;p65">
            <a:hlinkClick r:id="rId1"/>
          </p:cNvPr>
          <p:cNvPicPr preferRelativeResize="0"/>
          <p:nvPr/>
        </p:nvPicPr>
        <p:blipFill>
          <a:blip r:embed="rId10"/>
          <a:stretch>
            <a:fillRect/>
          </a:stretch>
        </p:blipFill>
        <p:spPr>
          <a:xfrm>
            <a:off x="3504881" y="528001"/>
            <a:ext cx="2134237" cy="2116499"/>
          </a:xfrm>
          <a:prstGeom prst="rect">
            <a:avLst/>
          </a:prstGeom>
          <a:noFill/>
          <a:ln>
            <a:noFill/>
          </a:ln>
        </p:spPr>
      </p:pic>
      <p:pic>
        <p:nvPicPr>
          <p:cNvPr id="550" name="Google Shape;550;p65" descr="A picture containing drawing&#10;&#10;Description automatically generated"/>
          <p:cNvPicPr preferRelativeResize="0"/>
          <p:nvPr/>
        </p:nvPicPr>
        <p:blipFill rotWithShape="1">
          <a:blip r:embed="rId11"/>
          <a:srcRect/>
          <a:stretch>
            <a:fillRect/>
          </a:stretch>
        </p:blipFill>
        <p:spPr>
          <a:xfrm>
            <a:off x="6986253" y="4102005"/>
            <a:ext cx="757837" cy="687315"/>
          </a:xfrm>
          <a:prstGeom prst="rect">
            <a:avLst/>
          </a:prstGeom>
          <a:noFill/>
          <a:ln>
            <a:noFill/>
          </a:ln>
        </p:spPr>
      </p:pic>
      <p:pic>
        <p:nvPicPr>
          <p:cNvPr id="551" name="Google Shape;551;p65" descr="A picture containing drawing&#10;&#10;Description automatically generated"/>
          <p:cNvPicPr preferRelativeResize="0"/>
          <p:nvPr/>
        </p:nvPicPr>
        <p:blipFill rotWithShape="1">
          <a:blip r:embed="rId12"/>
          <a:srcRect/>
          <a:stretch>
            <a:fillRect/>
          </a:stretch>
        </p:blipFill>
        <p:spPr>
          <a:xfrm>
            <a:off x="5781578" y="3999022"/>
            <a:ext cx="910535" cy="893284"/>
          </a:xfrm>
          <a:prstGeom prst="rect">
            <a:avLst/>
          </a:prstGeom>
          <a:noFill/>
          <a:ln>
            <a:noFill/>
          </a:ln>
        </p:spPr>
      </p:pic>
      <p:pic>
        <p:nvPicPr>
          <p:cNvPr id="552" name="Google Shape;552;p65"/>
          <p:cNvPicPr preferRelativeResize="0"/>
          <p:nvPr/>
        </p:nvPicPr>
        <p:blipFill>
          <a:blip r:embed="rId13"/>
          <a:stretch>
            <a:fillRect/>
          </a:stretch>
        </p:blipFill>
        <p:spPr>
          <a:xfrm>
            <a:off x="992375" y="4773050"/>
            <a:ext cx="586850" cy="370450"/>
          </a:xfrm>
          <a:prstGeom prst="rect">
            <a:avLst/>
          </a:prstGeom>
          <a:noFill/>
          <a:ln>
            <a:noFill/>
          </a:ln>
        </p:spPr>
      </p:pic>
      <p:pic>
        <p:nvPicPr>
          <p:cNvPr id="553" name="Google Shape;553;p65"/>
          <p:cNvPicPr preferRelativeResize="0"/>
          <p:nvPr/>
        </p:nvPicPr>
        <p:blipFill>
          <a:blip r:embed="rId14"/>
          <a:stretch>
            <a:fillRect/>
          </a:stretch>
        </p:blipFill>
        <p:spPr>
          <a:xfrm>
            <a:off x="2361869" y="602350"/>
            <a:ext cx="1143000" cy="571500"/>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557" name="Shape 557"/>
        <p:cNvGrpSpPr/>
        <p:nvPr/>
      </p:nvGrpSpPr>
      <p:grpSpPr>
        <a:xfrm>
          <a:off x="0" y="0"/>
          <a:ext cx="0" cy="0"/>
          <a:chOff x="0" y="0"/>
          <a:chExt cx="0" cy="0"/>
        </a:xfrm>
      </p:grpSpPr>
      <p:sp>
        <p:nvSpPr>
          <p:cNvPr id="558" name="Google Shape;558;p66"/>
          <p:cNvSpPr txBox="1"/>
          <p:nvPr>
            <p:ph type="title"/>
          </p:nvPr>
        </p:nvSpPr>
        <p:spPr>
          <a:xfrm>
            <a:off x="97821" y="230575"/>
            <a:ext cx="4380000" cy="99420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Clr>
                <a:schemeClr val="lt1"/>
              </a:buClr>
              <a:buSzPts val="3300"/>
              <a:buFont typeface="Roboto" panose="02000000000000000000"/>
              <a:buNone/>
            </a:pPr>
            <a:r>
              <a:rPr lang="en-US"/>
              <a:t>Your Feedback Matters!</a:t>
            </a:r>
            <a:endParaRPr lang="en-US"/>
          </a:p>
        </p:txBody>
      </p:sp>
      <p:pic>
        <p:nvPicPr>
          <p:cNvPr id="559" name="Google Shape;559;p66"/>
          <p:cNvPicPr preferRelativeResize="0"/>
          <p:nvPr/>
        </p:nvPicPr>
        <p:blipFill rotWithShape="1">
          <a:blip r:embed="rId1"/>
          <a:srcRect/>
          <a:stretch>
            <a:fillRect/>
          </a:stretch>
        </p:blipFill>
        <p:spPr>
          <a:xfrm>
            <a:off x="1180480" y="1080899"/>
            <a:ext cx="2087850" cy="2087850"/>
          </a:xfrm>
          <a:prstGeom prst="rect">
            <a:avLst/>
          </a:prstGeom>
          <a:noFill/>
          <a:ln>
            <a:noFill/>
          </a:ln>
        </p:spPr>
      </p:pic>
      <p:sp>
        <p:nvSpPr>
          <p:cNvPr id="560" name="Google Shape;560;p66"/>
          <p:cNvSpPr txBox="1"/>
          <p:nvPr>
            <p:ph type="body" idx="1"/>
          </p:nvPr>
        </p:nvSpPr>
        <p:spPr>
          <a:xfrm>
            <a:off x="653120" y="3308460"/>
            <a:ext cx="2912700" cy="793500"/>
          </a:xfrm>
          <a:prstGeom prst="rect">
            <a:avLst/>
          </a:prstGeom>
          <a:noFill/>
          <a:ln>
            <a:noFill/>
          </a:ln>
        </p:spPr>
        <p:txBody>
          <a:bodyPr spcFirstLastPara="1" wrap="square" lIns="68575" tIns="34275" rIns="68575" bIns="34275" anchor="t" anchorCtr="0">
            <a:noAutofit/>
          </a:bodyPr>
          <a:lstStyle/>
          <a:p>
            <a:pPr marL="0" lvl="0" indent="0" algn="l" rtl="0">
              <a:lnSpc>
                <a:spcPct val="150000"/>
              </a:lnSpc>
              <a:spcBef>
                <a:spcPts val="0"/>
              </a:spcBef>
              <a:spcAft>
                <a:spcPts val="0"/>
              </a:spcAft>
              <a:buClr>
                <a:schemeClr val="dk1"/>
              </a:buClr>
              <a:buSzPts val="1100"/>
              <a:buFont typeface="Arial" panose="020B0604020202020204"/>
              <a:buNone/>
            </a:pPr>
            <a:r>
              <a:rPr lang="en-US" sz="1100" u="sng">
                <a:solidFill>
                  <a:schemeClr val="hlink"/>
                </a:solidFill>
                <a:latin typeface="Arial" panose="020B0604020202020204"/>
                <a:ea typeface="Arial" panose="020B0604020202020204"/>
                <a:cs typeface="Arial" panose="020B0604020202020204"/>
                <a:sym typeface="Arial" panose="020B0604020202020204"/>
                <a:hlinkClick r:id="rId2"/>
              </a:rPr>
              <a:t>https://techatshopee.formstack.com/forms/shopeecodeleague_workshopfeedbackform</a:t>
            </a:r>
            <a:endParaRPr lang="en-US" sz="1100" u="sng">
              <a:solidFill>
                <a:schemeClr val="hlink"/>
              </a:solidFill>
              <a:latin typeface="Arial" panose="020B0604020202020204"/>
              <a:ea typeface="Arial" panose="020B0604020202020204"/>
              <a:cs typeface="Arial" panose="020B0604020202020204"/>
              <a:sym typeface="Arial" panose="020B0604020202020204"/>
            </a:endParaRPr>
          </a:p>
          <a:p>
            <a:pPr marL="0" lvl="0" indent="0" algn="l" rtl="0">
              <a:lnSpc>
                <a:spcPct val="90000"/>
              </a:lnSpc>
              <a:spcBef>
                <a:spcPts val="0"/>
              </a:spcBef>
              <a:spcAft>
                <a:spcPts val="0"/>
              </a:spcAft>
              <a:buClr>
                <a:schemeClr val="lt1"/>
              </a:buClr>
              <a:buSzPts val="2100"/>
              <a:buNone/>
            </a:pPr>
          </a:p>
        </p:txBody>
      </p:sp>
      <p:pic>
        <p:nvPicPr>
          <p:cNvPr id="561" name="Google Shape;561;p66" descr="A picture containing drawing&#10;&#10;Description automatically generated"/>
          <p:cNvPicPr preferRelativeResize="0"/>
          <p:nvPr/>
        </p:nvPicPr>
        <p:blipFill rotWithShape="1">
          <a:blip r:embed="rId3"/>
          <a:srcRect/>
          <a:stretch>
            <a:fillRect/>
          </a:stretch>
        </p:blipFill>
        <p:spPr>
          <a:xfrm>
            <a:off x="6986253" y="4102005"/>
            <a:ext cx="757837" cy="687315"/>
          </a:xfrm>
          <a:prstGeom prst="rect">
            <a:avLst/>
          </a:prstGeom>
          <a:noFill/>
          <a:ln>
            <a:noFill/>
          </a:ln>
        </p:spPr>
      </p:pic>
      <p:pic>
        <p:nvPicPr>
          <p:cNvPr id="562" name="Google Shape;562;p66" descr="A picture containing drawing&#10;&#10;Description automatically generated"/>
          <p:cNvPicPr preferRelativeResize="0"/>
          <p:nvPr/>
        </p:nvPicPr>
        <p:blipFill rotWithShape="1">
          <a:blip r:embed="rId4"/>
          <a:srcRect/>
          <a:stretch>
            <a:fillRect/>
          </a:stretch>
        </p:blipFill>
        <p:spPr>
          <a:xfrm>
            <a:off x="5781578" y="3999022"/>
            <a:ext cx="910535" cy="893284"/>
          </a:xfrm>
          <a:prstGeom prst="rect">
            <a:avLst/>
          </a:prstGeom>
          <a:noFill/>
          <a:ln>
            <a:noFill/>
          </a:ln>
        </p:spPr>
      </p:pic>
      <p:pic>
        <p:nvPicPr>
          <p:cNvPr id="563" name="Google Shape;563;p66"/>
          <p:cNvPicPr preferRelativeResize="0"/>
          <p:nvPr/>
        </p:nvPicPr>
        <p:blipFill>
          <a:blip r:embed="rId5"/>
          <a:stretch>
            <a:fillRect/>
          </a:stretch>
        </p:blipFill>
        <p:spPr>
          <a:xfrm>
            <a:off x="992375" y="4773050"/>
            <a:ext cx="586850" cy="370450"/>
          </a:xfrm>
          <a:prstGeom prst="rect">
            <a:avLst/>
          </a:prstGeom>
          <a:noFill/>
          <a:ln>
            <a:noFill/>
          </a:ln>
        </p:spPr>
      </p:pic>
      <p:pic>
        <p:nvPicPr>
          <p:cNvPr id="1124" name="Google Shape;1124;p75"/>
          <p:cNvPicPr preferRelativeResize="0"/>
          <p:nvPr/>
        </p:nvPicPr>
        <p:blipFill>
          <a:blip r:embed="rId6"/>
          <a:stretch>
            <a:fillRect/>
          </a:stretch>
        </p:blipFill>
        <p:spPr>
          <a:xfrm>
            <a:off x="5415915" y="1303655"/>
            <a:ext cx="1677670" cy="1677670"/>
          </a:xfrm>
          <a:prstGeom prst="rect">
            <a:avLst/>
          </a:prstGeom>
          <a:noFill/>
          <a:ln>
            <a:noFill/>
          </a:ln>
        </p:spPr>
      </p:pic>
      <p:sp>
        <p:nvSpPr>
          <p:cNvPr id="1150" name="Google Shape;1150;p77"/>
          <p:cNvSpPr txBox="1"/>
          <p:nvPr/>
        </p:nvSpPr>
        <p:spPr>
          <a:xfrm>
            <a:off x="4366624" y="230575"/>
            <a:ext cx="3513000" cy="994200"/>
          </a:xfrm>
          <a:prstGeom prst="rect">
            <a:avLst/>
          </a:prstGeom>
          <a:noFill/>
          <a:ln>
            <a:noFill/>
          </a:ln>
        </p:spPr>
        <p:txBody>
          <a:bodyPr wrap="square" lIns="68575" tIns="34275" rIns="68575" bIns="34275"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rgbClr val="EE5128"/>
              </a:buClr>
              <a:buSzPts val="3300"/>
              <a:buFont typeface="Roboto" panose="02000000000000000000"/>
              <a:buNone/>
              <a:defRPr sz="2800" b="1" i="0" u="none" strike="noStrike" cap="none">
                <a:solidFill>
                  <a:srgbClr val="EE5128"/>
                </a:solidFill>
                <a:latin typeface="Roboto" panose="02000000000000000000"/>
                <a:ea typeface="Roboto" panose="02000000000000000000"/>
                <a:cs typeface="Roboto" panose="02000000000000000000"/>
                <a:sym typeface="Roboto" panose="02000000000000000000"/>
              </a:defRPr>
            </a:lvl1pPr>
            <a:lvl2pPr marR="0" lvl="1" algn="l" rtl="0">
              <a:lnSpc>
                <a:spcPct val="100000"/>
              </a:lnSpc>
              <a:spcBef>
                <a:spcPts val="0"/>
              </a:spcBef>
              <a:spcAft>
                <a:spcPts val="0"/>
              </a:spcAft>
              <a:buClr>
                <a:schemeClr val="dk1"/>
              </a:buClr>
              <a:buSzPts val="11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chemeClr val="dk1"/>
              </a:buClr>
              <a:buSzPts val="11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chemeClr val="dk1"/>
              </a:buClr>
              <a:buSzPts val="11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chemeClr val="dk1"/>
              </a:buClr>
              <a:buSzPts val="11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chemeClr val="dk1"/>
              </a:buClr>
              <a:buSzPts val="11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chemeClr val="dk1"/>
              </a:buClr>
              <a:buSzPts val="11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chemeClr val="dk1"/>
              </a:buClr>
              <a:buSzPts val="11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chemeClr val="dk1"/>
              </a:buClr>
              <a:buSzPts val="11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pPr marL="0" lvl="0" indent="0" algn="ctr" rtl="0">
              <a:lnSpc>
                <a:spcPct val="90000"/>
              </a:lnSpc>
              <a:spcBef>
                <a:spcPts val="0"/>
              </a:spcBef>
              <a:spcAft>
                <a:spcPts val="0"/>
              </a:spcAft>
              <a:buClr>
                <a:schemeClr val="lt1"/>
              </a:buClr>
              <a:buSzPts val="3300"/>
              <a:buFont typeface="Roboto" panose="02000000000000000000"/>
              <a:buNone/>
            </a:pPr>
            <a:r>
              <a:rPr lang="en-SG" altLang="en-US"/>
              <a:t>Golang</a:t>
            </a:r>
            <a:r>
              <a:rPr lang="en-US"/>
              <a:t> Course</a:t>
            </a:r>
            <a:endParaRPr lang="en-US"/>
          </a:p>
        </p:txBody>
      </p:sp>
      <p:sp>
        <p:nvSpPr>
          <p:cNvPr id="1152" name="Google Shape;1152;p77"/>
          <p:cNvSpPr txBox="1"/>
          <p:nvPr/>
        </p:nvSpPr>
        <p:spPr>
          <a:xfrm>
            <a:off x="4983445" y="3168830"/>
            <a:ext cx="3000000" cy="435600"/>
          </a:xfrm>
          <a:prstGeom prst="rect">
            <a:avLst/>
          </a:prstGeom>
          <a:noFill/>
          <a:ln>
            <a:noFill/>
          </a:ln>
        </p:spPr>
        <p:txBody>
          <a:bodyPr spcFirstLastPara="1" wrap="square" lIns="91425" tIns="91425" rIns="91425" bIns="91425" anchor="t" anchorCtr="0">
            <a:noAutofit/>
          </a:bodyPr>
          <a:p>
            <a:pPr marL="0" marR="0" lvl="0" indent="0" algn="l" rtl="0">
              <a:lnSpc>
                <a:spcPct val="100000"/>
              </a:lnSpc>
              <a:spcBef>
                <a:spcPts val="0"/>
              </a:spcBef>
              <a:spcAft>
                <a:spcPts val="0"/>
              </a:spcAft>
              <a:buClr>
                <a:srgbClr val="000000"/>
              </a:buClr>
              <a:buSzPts val="1400"/>
              <a:buFont typeface="Arial" panose="020B0604020202020204"/>
              <a:buNone/>
            </a:pPr>
            <a:r>
              <a:rPr lang="en-US" sz="1400" b="0" i="0" u="sng" strike="noStrike" cap="none">
                <a:solidFill>
                  <a:schemeClr val="hlink"/>
                </a:solidFill>
                <a:latin typeface="Arial" panose="020B0604020202020204"/>
                <a:ea typeface="Arial" panose="020B0604020202020204"/>
                <a:cs typeface="Arial" panose="020B0604020202020204"/>
                <a:sym typeface="Arial" panose="020B0604020202020204"/>
                <a:hlinkClick r:id="rId7"/>
              </a:rPr>
              <a:t>https://bit.ly/Cod</a:t>
            </a:r>
            <a:r>
              <a:rPr lang="en-SG" altLang="en-US" sz="1400" b="0" i="0" u="sng" strike="noStrike" cap="none">
                <a:solidFill>
                  <a:schemeClr val="hlink"/>
                </a:solidFill>
                <a:latin typeface="Arial" panose="020B0604020202020204"/>
                <a:ea typeface="Arial" panose="020B0604020202020204"/>
                <a:cs typeface="Arial" panose="020B0604020202020204"/>
                <a:sym typeface="Arial" panose="020B0604020202020204"/>
                <a:hlinkClick r:id="rId7"/>
              </a:rPr>
              <a:t>ing</a:t>
            </a:r>
            <a:r>
              <a:rPr lang="en-US" sz="1400" b="0" i="0" u="sng" strike="noStrike" cap="none">
                <a:solidFill>
                  <a:schemeClr val="hlink"/>
                </a:solidFill>
                <a:latin typeface="Arial" panose="020B0604020202020204"/>
                <a:ea typeface="Arial" panose="020B0604020202020204"/>
                <a:cs typeface="Arial" panose="020B0604020202020204"/>
                <a:sym typeface="Arial" panose="020B0604020202020204"/>
                <a:hlinkClick r:id="rId7"/>
              </a:rPr>
              <a:t>MasterClass</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8767</Words>
  <Application>WPS Presentation</Application>
  <PresentationFormat/>
  <Paragraphs>391</Paragraphs>
  <Slides>52</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52</vt:i4>
      </vt:variant>
    </vt:vector>
  </HeadingPairs>
  <TitlesOfParts>
    <vt:vector size="64" baseType="lpstr">
      <vt:lpstr>Arial</vt:lpstr>
      <vt:lpstr>SimSun</vt:lpstr>
      <vt:lpstr>Wingdings</vt:lpstr>
      <vt:lpstr>Arial</vt:lpstr>
      <vt:lpstr>Calibri</vt:lpstr>
      <vt:lpstr>Roboto</vt:lpstr>
      <vt:lpstr>IBM Plex Sans Light</vt:lpstr>
      <vt:lpstr>Quicksand</vt:lpstr>
      <vt:lpstr>Microsoft YaHei</vt:lpstr>
      <vt:lpstr>Arial Unicode MS</vt:lpstr>
      <vt:lpstr>Lato</vt:lpstr>
      <vt:lpstr>Simple Light</vt:lpstr>
      <vt:lpstr>Exclusive Trainings by Zenika and Trent!</vt:lpstr>
      <vt:lpstr>Today’s slides</vt:lpstr>
      <vt:lpstr>Trent Global College</vt:lpstr>
      <vt:lpstr>Our Graduates</vt:lpstr>
      <vt:lpstr>Zenika</vt:lpstr>
      <vt:lpstr>Introduction to Golang</vt:lpstr>
      <vt:lpstr>What is Go?</vt:lpstr>
      <vt:lpstr>Who uses Go?</vt:lpstr>
      <vt:lpstr>Where does Go come from?</vt:lpstr>
      <vt:lpstr>Features</vt:lpstr>
      <vt:lpstr>NOT supported by Go</vt:lpstr>
      <vt:lpstr>Play with Go!</vt:lpstr>
      <vt:lpstr>Package Import</vt:lpstr>
      <vt:lpstr>Package Import</vt:lpstr>
      <vt:lpstr>Package Import</vt:lpstr>
      <vt:lpstr>Variables Declaration</vt:lpstr>
      <vt:lpstr>Variables Declaration</vt:lpstr>
      <vt:lpstr>Variables Assignment</vt:lpstr>
      <vt:lpstr>Variables 🧪</vt:lpstr>
      <vt:lpstr>Variables Assignment</vt:lpstr>
      <vt:lpstr>Type Inference</vt:lpstr>
      <vt:lpstr>Variables Assignment</vt:lpstr>
      <vt:lpstr>Constants</vt:lpstr>
      <vt:lpstr>Constants 🧪</vt:lpstr>
      <vt:lpstr>Function Definition</vt:lpstr>
      <vt:lpstr>Function Parameters</vt:lpstr>
      <vt:lpstr>Function Values</vt:lpstr>
      <vt:lpstr>Function Values</vt:lpstr>
      <vt:lpstr>Function 🧪</vt:lpstr>
      <vt:lpstr>Errors</vt:lpstr>
      <vt:lpstr>Errors</vt:lpstr>
      <vt:lpstr>Types Classification</vt:lpstr>
      <vt:lpstr>Numbers</vt:lpstr>
      <vt:lpstr>Boolean</vt:lpstr>
      <vt:lpstr>Strings</vt:lpstr>
      <vt:lpstr>Strings</vt:lpstr>
      <vt:lpstr>Strings 🧪</vt:lpstr>
      <vt:lpstr>Type Conversion</vt:lpstr>
      <vt:lpstr>Type Conversion</vt:lpstr>
      <vt:lpstr>Type Conversion 🧪</vt:lpstr>
      <vt:lpstr>If - Else Statements</vt:lpstr>
      <vt:lpstr>If - Else 🧪</vt:lpstr>
      <vt:lpstr>Loops</vt:lpstr>
      <vt:lpstr>Loops</vt:lpstr>
      <vt:lpstr>Loops</vt:lpstr>
      <vt:lpstr>Final 1/2 🧪</vt:lpstr>
      <vt:lpstr>Final 2/2 🧪</vt:lpstr>
      <vt:lpstr>Key Takeaways 👍</vt:lpstr>
      <vt:lpstr>Going further 🚀</vt:lpstr>
      <vt:lpstr>PowerPoint 演示文稿</vt:lpstr>
      <vt:lpstr>PowerPoint 演示文稿</vt:lpstr>
      <vt:lpstr>Tensorflow Course</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We’ll be starting shortly!</dc:title>
  <dc:creator/>
  <cp:lastModifiedBy>User</cp:lastModifiedBy>
  <cp:revision>1</cp:revision>
  <dcterms:created xsi:type="dcterms:W3CDTF">2020-07-02T07:27:28Z</dcterms:created>
  <dcterms:modified xsi:type="dcterms:W3CDTF">2020-07-02T07:27:30Z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1033-11.2.0.9127</vt:lpwstr>
  </property>
</Properties>
</file>